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771" r:id="rId2"/>
    <p:sldId id="794" r:id="rId3"/>
    <p:sldId id="776" r:id="rId4"/>
    <p:sldId id="786" r:id="rId5"/>
    <p:sldId id="778" r:id="rId6"/>
    <p:sldId id="779" r:id="rId7"/>
    <p:sldId id="780" r:id="rId8"/>
    <p:sldId id="787" r:id="rId9"/>
    <p:sldId id="788" r:id="rId10"/>
    <p:sldId id="792" r:id="rId11"/>
    <p:sldId id="783" r:id="rId12"/>
    <p:sldId id="790" r:id="rId13"/>
    <p:sldId id="782" r:id="rId14"/>
    <p:sldId id="784" r:id="rId15"/>
    <p:sldId id="789" r:id="rId16"/>
    <p:sldId id="795" r:id="rId17"/>
    <p:sldId id="772" r:id="rId18"/>
    <p:sldId id="796" r:id="rId19"/>
    <p:sldId id="793" r:id="rId20"/>
    <p:sldId id="773" r:id="rId21"/>
    <p:sldId id="774" r:id="rId22"/>
    <p:sldId id="775" r:id="rId23"/>
    <p:sldId id="797" r:id="rId24"/>
    <p:sldId id="798" r:id="rId25"/>
    <p:sldId id="800" r:id="rId26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00"/>
    <a:srgbClr val="FFF2CC"/>
    <a:srgbClr val="FFA7A7"/>
    <a:srgbClr val="DEEBF7"/>
    <a:srgbClr val="E2F0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1180FA-6CD6-4EEE-8D0C-E201AD20255F}" v="82" dt="2026-04-13T11:20:45.9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8" autoAdjust="0"/>
    <p:restoredTop sz="78205" autoAdjust="0"/>
  </p:normalViewPr>
  <p:slideViewPr>
    <p:cSldViewPr snapToGrid="0">
      <p:cViewPr varScale="1">
        <p:scale>
          <a:sx n="46" d="100"/>
          <a:sy n="46" d="100"/>
        </p:scale>
        <p:origin x="1356" y="40"/>
      </p:cViewPr>
      <p:guideLst/>
    </p:cSldViewPr>
  </p:slideViewPr>
  <p:outlineViewPr>
    <p:cViewPr>
      <p:scale>
        <a:sx n="33" d="100"/>
        <a:sy n="33" d="100"/>
      </p:scale>
      <p:origin x="0" y="-680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th Stølting Brodal" userId="04ef4784-6591-4f86-a140-f5c3b108582a" providerId="ADAL" clId="{73BAC7D6-516A-44B5-B4B0-C7B08CA8B392}"/>
    <pc:docChg chg="undo redo custSel addSld delSld modSld">
      <pc:chgData name="Gerth Stølting Brodal" userId="04ef4784-6591-4f86-a140-f5c3b108582a" providerId="ADAL" clId="{73BAC7D6-516A-44B5-B4B0-C7B08CA8B392}" dt="2026-04-13T11:21:48.139" v="3016" actId="20577"/>
      <pc:docMkLst>
        <pc:docMk/>
      </pc:docMkLst>
      <pc:sldChg chg="modSp mod">
        <pc:chgData name="Gerth Stølting Brodal" userId="04ef4784-6591-4f86-a140-f5c3b108582a" providerId="ADAL" clId="{73BAC7D6-516A-44B5-B4B0-C7B08CA8B392}" dt="2026-04-12T20:11:41.633" v="2036" actId="1035"/>
        <pc:sldMkLst>
          <pc:docMk/>
          <pc:sldMk cId="3273395055" sldId="771"/>
        </pc:sldMkLst>
        <pc:spChg chg="mod">
          <ac:chgData name="Gerth Stølting Brodal" userId="04ef4784-6591-4f86-a140-f5c3b108582a" providerId="ADAL" clId="{73BAC7D6-516A-44B5-B4B0-C7B08CA8B392}" dt="2026-04-12T20:11:41.633" v="2036" actId="1035"/>
          <ac:spMkLst>
            <pc:docMk/>
            <pc:sldMk cId="3273395055" sldId="771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20:11:33.851" v="2022" actId="1038"/>
          <ac:spMkLst>
            <pc:docMk/>
            <pc:sldMk cId="3273395055" sldId="771"/>
            <ac:spMk id="3" creationId="{00000000-0000-0000-0000-000000000000}"/>
          </ac:spMkLst>
        </pc:spChg>
      </pc:sldChg>
      <pc:sldChg chg="modSp mod modNotesTx">
        <pc:chgData name="Gerth Stølting Brodal" userId="04ef4784-6591-4f86-a140-f5c3b108582a" providerId="ADAL" clId="{73BAC7D6-516A-44B5-B4B0-C7B08CA8B392}" dt="2026-04-12T11:35:05.726" v="549" actId="20577"/>
        <pc:sldMkLst>
          <pc:docMk/>
          <pc:sldMk cId="3278452034" sldId="772"/>
        </pc:sldMkLst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278452034" sldId="772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278452034" sldId="772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278452034" sldId="772"/>
            <ac:spMk id="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278452034" sldId="772"/>
            <ac:spMk id="5" creationId="{00000000-0000-0000-0000-000000000000}"/>
          </ac:spMkLst>
        </pc:spChg>
      </pc:sldChg>
      <pc:sldChg chg="addSp delSp modSp mod addAnim delAnim modNotesTx">
        <pc:chgData name="Gerth Stølting Brodal" userId="04ef4784-6591-4f86-a140-f5c3b108582a" providerId="ADAL" clId="{73BAC7D6-516A-44B5-B4B0-C7B08CA8B392}" dt="2026-04-12T12:07:37.835" v="1099" actId="21"/>
        <pc:sldMkLst>
          <pc:docMk/>
          <pc:sldMk cId="3649229335" sldId="773"/>
        </pc:sldMkLst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649229335" sldId="773"/>
            <ac:spMk id="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649229335" sldId="773"/>
            <ac:spMk id="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649229335" sldId="773"/>
            <ac:spMk id="4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649229335" sldId="773"/>
            <ac:spMk id="4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649229335" sldId="773"/>
            <ac:spMk id="5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649229335" sldId="773"/>
            <ac:spMk id="5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649229335" sldId="773"/>
            <ac:spMk id="5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649229335" sldId="773"/>
            <ac:spMk id="71" creationId="{00000000-0000-0000-0000-000000000000}"/>
          </ac:spMkLst>
        </pc:spChg>
        <pc:spChg chg="add del">
          <ac:chgData name="Gerth Stølting Brodal" userId="04ef4784-6591-4f86-a140-f5c3b108582a" providerId="ADAL" clId="{73BAC7D6-516A-44B5-B4B0-C7B08CA8B392}" dt="2026-04-12T12:07:32.984" v="1097" actId="21"/>
          <ac:spMkLst>
            <pc:docMk/>
            <pc:sldMk cId="3649229335" sldId="773"/>
            <ac:spMk id="7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649229335" sldId="773"/>
            <ac:spMk id="8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649229335" sldId="773"/>
            <ac:spMk id="83" creationId="{00000000-0000-0000-0000-000000000000}"/>
          </ac:spMkLst>
        </pc:spChg>
        <pc:grpChg chg="add del">
          <ac:chgData name="Gerth Stølting Brodal" userId="04ef4784-6591-4f86-a140-f5c3b108582a" providerId="ADAL" clId="{73BAC7D6-516A-44B5-B4B0-C7B08CA8B392}" dt="2026-04-12T12:07:37.835" v="1099" actId="21"/>
          <ac:grpSpMkLst>
            <pc:docMk/>
            <pc:sldMk cId="3649229335" sldId="773"/>
            <ac:grpSpMk id="10" creationId="{00000000-0000-0000-0000-000000000000}"/>
          </ac:grpSpMkLst>
        </pc:grpChg>
      </pc:sldChg>
      <pc:sldChg chg="addSp delSp modSp mod">
        <pc:chgData name="Gerth Stølting Brodal" userId="04ef4784-6591-4f86-a140-f5c3b108582a" providerId="ADAL" clId="{73BAC7D6-516A-44B5-B4B0-C7B08CA8B392}" dt="2026-04-12T12:11:27.517" v="1137" actId="1076"/>
        <pc:sldMkLst>
          <pc:docMk/>
          <pc:sldMk cId="1272159487" sldId="774"/>
        </pc:sldMkLst>
        <pc:spChg chg="mod">
          <ac:chgData name="Gerth Stølting Brodal" userId="04ef4784-6591-4f86-a140-f5c3b108582a" providerId="ADAL" clId="{73BAC7D6-516A-44B5-B4B0-C7B08CA8B392}" dt="2026-04-12T11:58:40.634" v="835" actId="1038"/>
          <ac:spMkLst>
            <pc:docMk/>
            <pc:sldMk cId="1272159487" sldId="774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1272159487" sldId="774"/>
            <ac:spMk id="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1272159487" sldId="774"/>
            <ac:spMk id="1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1272159487" sldId="774"/>
            <ac:spMk id="1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1272159487" sldId="774"/>
            <ac:spMk id="1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1272159487" sldId="774"/>
            <ac:spMk id="1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1272159487" sldId="774"/>
            <ac:spMk id="2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1272159487" sldId="774"/>
            <ac:spMk id="2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1272159487" sldId="774"/>
            <ac:spMk id="2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1272159487" sldId="774"/>
            <ac:spMk id="26" creationId="{00000000-0000-0000-0000-000000000000}"/>
          </ac:spMkLst>
        </pc:spChg>
        <pc:picChg chg="add mod">
          <ac:chgData name="Gerth Stølting Brodal" userId="04ef4784-6591-4f86-a140-f5c3b108582a" providerId="ADAL" clId="{73BAC7D6-516A-44B5-B4B0-C7B08CA8B392}" dt="2026-04-12T12:11:27.517" v="1137" actId="1076"/>
          <ac:picMkLst>
            <pc:docMk/>
            <pc:sldMk cId="1272159487" sldId="774"/>
            <ac:picMk id="4" creationId="{68D75D91-C3EF-39E4-9A89-F2C611CED6C5}"/>
          </ac:picMkLst>
        </pc:picChg>
        <pc:picChg chg="add del">
          <ac:chgData name="Gerth Stølting Brodal" userId="04ef4784-6591-4f86-a140-f5c3b108582a" providerId="ADAL" clId="{73BAC7D6-516A-44B5-B4B0-C7B08CA8B392}" dt="2026-04-12T12:11:26.838" v="1136" actId="478"/>
          <ac:picMkLst>
            <pc:docMk/>
            <pc:sldMk cId="1272159487" sldId="774"/>
            <ac:picMk id="22" creationId="{00000000-0000-0000-0000-000000000000}"/>
          </ac:picMkLst>
        </pc:picChg>
      </pc:sldChg>
      <pc:sldChg chg="addSp delSp modSp mod delAnim modAnim">
        <pc:chgData name="Gerth Stølting Brodal" userId="04ef4784-6591-4f86-a140-f5c3b108582a" providerId="ADAL" clId="{73BAC7D6-516A-44B5-B4B0-C7B08CA8B392}" dt="2026-04-12T12:15:10.409" v="1169" actId="207"/>
        <pc:sldMkLst>
          <pc:docMk/>
          <pc:sldMk cId="4011126068" sldId="775"/>
        </pc:sldMkLst>
        <pc:spChg chg="mod">
          <ac:chgData name="Gerth Stølting Brodal" userId="04ef4784-6591-4f86-a140-f5c3b108582a" providerId="ADAL" clId="{73BAC7D6-516A-44B5-B4B0-C7B08CA8B392}" dt="2026-04-12T12:06:55.579" v="1095" actId="1038"/>
          <ac:spMkLst>
            <pc:docMk/>
            <pc:sldMk cId="4011126068" sldId="775"/>
            <ac:spMk id="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2:08:25.934" v="1104" actId="255"/>
          <ac:spMkLst>
            <pc:docMk/>
            <pc:sldMk cId="4011126068" sldId="775"/>
            <ac:spMk id="9" creationId="{09081745-FB16-42FC-5EF3-0BC1305C7AF5}"/>
          </ac:spMkLst>
        </pc:spChg>
        <pc:spChg chg="mod">
          <ac:chgData name="Gerth Stølting Brodal" userId="04ef4784-6591-4f86-a140-f5c3b108582a" providerId="ADAL" clId="{73BAC7D6-516A-44B5-B4B0-C7B08CA8B392}" dt="2026-04-12T12:08:25.934" v="1104" actId="255"/>
          <ac:spMkLst>
            <pc:docMk/>
            <pc:sldMk cId="4011126068" sldId="775"/>
            <ac:spMk id="10" creationId="{C25370DD-ACD5-E5A1-AD3C-095F0BA04EEA}"/>
          </ac:spMkLst>
        </pc:spChg>
        <pc:spChg chg="mod">
          <ac:chgData name="Gerth Stølting Brodal" userId="04ef4784-6591-4f86-a140-f5c3b108582a" providerId="ADAL" clId="{73BAC7D6-516A-44B5-B4B0-C7B08CA8B392}" dt="2026-04-12T12:08:25.934" v="1104" actId="255"/>
          <ac:spMkLst>
            <pc:docMk/>
            <pc:sldMk cId="4011126068" sldId="775"/>
            <ac:spMk id="11" creationId="{2F2638BE-8F3A-E72F-8036-151359ADC2CB}"/>
          </ac:spMkLst>
        </pc:spChg>
        <pc:spChg chg="mod">
          <ac:chgData name="Gerth Stølting Brodal" userId="04ef4784-6591-4f86-a140-f5c3b108582a" providerId="ADAL" clId="{73BAC7D6-516A-44B5-B4B0-C7B08CA8B392}" dt="2026-04-12T12:08:25.934" v="1104" actId="255"/>
          <ac:spMkLst>
            <pc:docMk/>
            <pc:sldMk cId="4011126068" sldId="775"/>
            <ac:spMk id="12" creationId="{077BC02D-CAFC-3CA3-D5B9-6339F37D2288}"/>
          </ac:spMkLst>
        </pc:spChg>
        <pc:spChg chg="mod">
          <ac:chgData name="Gerth Stølting Brodal" userId="04ef4784-6591-4f86-a140-f5c3b108582a" providerId="ADAL" clId="{73BAC7D6-516A-44B5-B4B0-C7B08CA8B392}" dt="2026-04-12T12:08:25.934" v="1104" actId="255"/>
          <ac:spMkLst>
            <pc:docMk/>
            <pc:sldMk cId="4011126068" sldId="775"/>
            <ac:spMk id="13" creationId="{F15726E3-5B1B-51BA-9B42-65187FF9F02C}"/>
          </ac:spMkLst>
        </pc:spChg>
        <pc:spChg chg="mod">
          <ac:chgData name="Gerth Stølting Brodal" userId="04ef4784-6591-4f86-a140-f5c3b108582a" providerId="ADAL" clId="{73BAC7D6-516A-44B5-B4B0-C7B08CA8B392}" dt="2026-04-12T12:08:25.934" v="1104" actId="255"/>
          <ac:spMkLst>
            <pc:docMk/>
            <pc:sldMk cId="4011126068" sldId="775"/>
            <ac:spMk id="14" creationId="{E2D8499F-FF42-CEC2-C909-CD21F37D1462}"/>
          </ac:spMkLst>
        </pc:spChg>
        <pc:spChg chg="mod">
          <ac:chgData name="Gerth Stølting Brodal" userId="04ef4784-6591-4f86-a140-f5c3b108582a" providerId="ADAL" clId="{73BAC7D6-516A-44B5-B4B0-C7B08CA8B392}" dt="2026-04-12T12:08:25.934" v="1104" actId="255"/>
          <ac:spMkLst>
            <pc:docMk/>
            <pc:sldMk cId="4011126068" sldId="775"/>
            <ac:spMk id="15" creationId="{33A3BF51-545F-564E-6E76-E19F23CD9940}"/>
          </ac:spMkLst>
        </pc:spChg>
        <pc:spChg chg="mod">
          <ac:chgData name="Gerth Stølting Brodal" userId="04ef4784-6591-4f86-a140-f5c3b108582a" providerId="ADAL" clId="{73BAC7D6-516A-44B5-B4B0-C7B08CA8B392}" dt="2026-04-12T12:08:25.934" v="1104" actId="255"/>
          <ac:spMkLst>
            <pc:docMk/>
            <pc:sldMk cId="4011126068" sldId="775"/>
            <ac:spMk id="16" creationId="{4685AC1B-8AA7-FFD2-30E5-6F519B58054F}"/>
          </ac:spMkLst>
        </pc:spChg>
        <pc:spChg chg="mod">
          <ac:chgData name="Gerth Stølting Brodal" userId="04ef4784-6591-4f86-a140-f5c3b108582a" providerId="ADAL" clId="{73BAC7D6-516A-44B5-B4B0-C7B08CA8B392}" dt="2026-04-12T12:08:25.934" v="1104" actId="255"/>
          <ac:spMkLst>
            <pc:docMk/>
            <pc:sldMk cId="4011126068" sldId="775"/>
            <ac:spMk id="17" creationId="{2604A320-702B-CD11-B84F-E3514E21C2A2}"/>
          </ac:spMkLst>
        </pc:spChg>
        <pc:spChg chg="del mod">
          <ac:chgData name="Gerth Stølting Brodal" userId="04ef4784-6591-4f86-a140-f5c3b108582a" providerId="ADAL" clId="{73BAC7D6-516A-44B5-B4B0-C7B08CA8B392}" dt="2026-04-12T12:07:57.242" v="1103" actId="478"/>
          <ac:spMkLst>
            <pc:docMk/>
            <pc:sldMk cId="4011126068" sldId="775"/>
            <ac:spMk id="18" creationId="{8E71F2D6-3CC5-532A-E48B-D7D91CD5E7AE}"/>
          </ac:spMkLst>
        </pc:spChg>
        <pc:grpChg chg="del mod">
          <ac:chgData name="Gerth Stølting Brodal" userId="04ef4784-6591-4f86-a140-f5c3b108582a" providerId="ADAL" clId="{73BAC7D6-516A-44B5-B4B0-C7B08CA8B392}" dt="2026-04-12T12:12:50.229" v="1148" actId="478"/>
          <ac:grpSpMkLst>
            <pc:docMk/>
            <pc:sldMk cId="4011126068" sldId="775"/>
            <ac:grpSpMk id="8" creationId="{C086D425-85F2-A73D-10DE-747700B6A121}"/>
          </ac:grpSpMkLst>
        </pc:grpChg>
        <pc:graphicFrameChg chg="modGraphic">
          <ac:chgData name="Gerth Stølting Brodal" userId="04ef4784-6591-4f86-a140-f5c3b108582a" providerId="ADAL" clId="{73BAC7D6-516A-44B5-B4B0-C7B08CA8B392}" dt="2026-04-12T12:15:10.409" v="1169" actId="207"/>
          <ac:graphicFrameMkLst>
            <pc:docMk/>
            <pc:sldMk cId="4011126068" sldId="775"/>
            <ac:graphicFrameMk id="4" creationId="{00000000-0000-0000-0000-000000000000}"/>
          </ac:graphicFrameMkLst>
        </pc:graphicFrameChg>
        <pc:graphicFrameChg chg="mod modGraphic">
          <ac:chgData name="Gerth Stølting Brodal" userId="04ef4784-6591-4f86-a140-f5c3b108582a" providerId="ADAL" clId="{73BAC7D6-516A-44B5-B4B0-C7B08CA8B392}" dt="2026-04-12T12:13:57.353" v="1159" actId="207"/>
          <ac:graphicFrameMkLst>
            <pc:docMk/>
            <pc:sldMk cId="4011126068" sldId="775"/>
            <ac:graphicFrameMk id="5" creationId="{00000000-0000-0000-0000-000000000000}"/>
          </ac:graphicFrameMkLst>
        </pc:graphicFrameChg>
        <pc:picChg chg="del">
          <ac:chgData name="Gerth Stølting Brodal" userId="04ef4784-6591-4f86-a140-f5c3b108582a" providerId="ADAL" clId="{73BAC7D6-516A-44B5-B4B0-C7B08CA8B392}" dt="2026-04-12T12:12:46.051" v="1147" actId="478"/>
          <ac:picMkLst>
            <pc:docMk/>
            <pc:sldMk cId="4011126068" sldId="775"/>
            <ac:picMk id="2" creationId="{00000000-0000-0000-0000-000000000000}"/>
          </ac:picMkLst>
        </pc:picChg>
        <pc:picChg chg="mod">
          <ac:chgData name="Gerth Stølting Brodal" userId="04ef4784-6591-4f86-a140-f5c3b108582a" providerId="ADAL" clId="{73BAC7D6-516A-44B5-B4B0-C7B08CA8B392}" dt="2026-04-12T12:06:55.579" v="1095" actId="1038"/>
          <ac:picMkLst>
            <pc:docMk/>
            <pc:sldMk cId="4011126068" sldId="775"/>
            <ac:picMk id="3" creationId="{05D769A4-3D29-D5AA-40CD-D03ADD3B32E4}"/>
          </ac:picMkLst>
        </pc:picChg>
        <pc:picChg chg="add mod modCrop">
          <ac:chgData name="Gerth Stølting Brodal" userId="04ef4784-6591-4f86-a140-f5c3b108582a" providerId="ADAL" clId="{73BAC7D6-516A-44B5-B4B0-C7B08CA8B392}" dt="2026-04-12T12:13:27.589" v="1158" actId="1076"/>
          <ac:picMkLst>
            <pc:docMk/>
            <pc:sldMk cId="4011126068" sldId="775"/>
            <ac:picMk id="20" creationId="{5C5726E1-8879-4ACB-4F33-1AA43919DF87}"/>
          </ac:picMkLst>
        </pc:picChg>
        <pc:cxnChg chg="mod">
          <ac:chgData name="Gerth Stølting Brodal" userId="04ef4784-6591-4f86-a140-f5c3b108582a" providerId="ADAL" clId="{73BAC7D6-516A-44B5-B4B0-C7B08CA8B392}" dt="2026-04-12T12:06:46.738" v="1058" actId="1038"/>
          <ac:cxnSpMkLst>
            <pc:docMk/>
            <pc:sldMk cId="4011126068" sldId="775"/>
            <ac:cxnSpMk id="6" creationId="{00000000-0000-0000-0000-000000000000}"/>
          </ac:cxnSpMkLst>
        </pc:cxnChg>
      </pc:sldChg>
      <pc:sldChg chg="delSp modSp mod">
        <pc:chgData name="Gerth Stølting Brodal" userId="04ef4784-6591-4f86-a140-f5c3b108582a" providerId="ADAL" clId="{73BAC7D6-516A-44B5-B4B0-C7B08CA8B392}" dt="2026-04-12T10:58:06.678" v="345" actId="20577"/>
        <pc:sldMkLst>
          <pc:docMk/>
          <pc:sldMk cId="2655291698" sldId="776"/>
        </pc:sldMkLst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2655291698" sldId="776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8:06.678" v="345" actId="20577"/>
          <ac:spMkLst>
            <pc:docMk/>
            <pc:sldMk cId="2655291698" sldId="776"/>
            <ac:spMk id="8" creationId="{00000000-0000-0000-0000-000000000000}"/>
          </ac:spMkLst>
        </pc:spChg>
        <pc:picChg chg="mod">
          <ac:chgData name="Gerth Stølting Brodal" userId="04ef4784-6591-4f86-a140-f5c3b108582a" providerId="ADAL" clId="{73BAC7D6-516A-44B5-B4B0-C7B08CA8B392}" dt="2026-04-12T10:56:39.213" v="340" actId="1076"/>
          <ac:picMkLst>
            <pc:docMk/>
            <pc:sldMk cId="2655291698" sldId="776"/>
            <ac:picMk id="4" creationId="{00000000-0000-0000-0000-000000000000}"/>
          </ac:picMkLst>
        </pc:picChg>
        <pc:picChg chg="del">
          <ac:chgData name="Gerth Stølting Brodal" userId="04ef4784-6591-4f86-a140-f5c3b108582a" providerId="ADAL" clId="{73BAC7D6-516A-44B5-B4B0-C7B08CA8B392}" dt="2026-04-12T10:44:31.597" v="138" actId="478"/>
          <ac:picMkLst>
            <pc:docMk/>
            <pc:sldMk cId="2655291698" sldId="776"/>
            <ac:picMk id="6" creationId="{00000000-0000-0000-0000-000000000000}"/>
          </ac:picMkLst>
        </pc:picChg>
      </pc:sldChg>
      <pc:sldChg chg="modSp mod">
        <pc:chgData name="Gerth Stølting Brodal" userId="04ef4784-6591-4f86-a140-f5c3b108582a" providerId="ADAL" clId="{73BAC7D6-516A-44B5-B4B0-C7B08CA8B392}" dt="2026-04-12T10:57:33.194" v="343" actId="790"/>
        <pc:sldMkLst>
          <pc:docMk/>
          <pc:sldMk cId="2437861281" sldId="778"/>
        </pc:sldMkLst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2437861281" sldId="778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2437861281" sldId="778"/>
            <ac:spMk id="3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4-12T11:14:44.566" v="425" actId="1076"/>
        <pc:sldMkLst>
          <pc:docMk/>
          <pc:sldMk cId="4134781063" sldId="780"/>
        </pc:sldMkLst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4134781063" sldId="780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4134781063" sldId="780"/>
            <ac:spMk id="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4134781063" sldId="780"/>
            <ac:spMk id="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4134781063" sldId="780"/>
            <ac:spMk id="1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4134781063" sldId="780"/>
            <ac:spMk id="1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4134781063" sldId="780"/>
            <ac:spMk id="1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4134781063" sldId="780"/>
            <ac:spMk id="1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4134781063" sldId="780"/>
            <ac:spMk id="16" creationId="{00000000-0000-0000-0000-000000000000}"/>
          </ac:spMkLst>
        </pc:spChg>
        <pc:grpChg chg="mod">
          <ac:chgData name="Gerth Stølting Brodal" userId="04ef4784-6591-4f86-a140-f5c3b108582a" providerId="ADAL" clId="{73BAC7D6-516A-44B5-B4B0-C7B08CA8B392}" dt="2026-04-12T11:14:44.566" v="425" actId="1076"/>
          <ac:grpSpMkLst>
            <pc:docMk/>
            <pc:sldMk cId="4134781063" sldId="780"/>
            <ac:grpSpMk id="15" creationId="{00000000-0000-0000-0000-000000000000}"/>
          </ac:grpSpMkLst>
        </pc:grpChg>
        <pc:graphicFrameChg chg="mod modGraphic">
          <ac:chgData name="Gerth Stølting Brodal" userId="04ef4784-6591-4f86-a140-f5c3b108582a" providerId="ADAL" clId="{73BAC7D6-516A-44B5-B4B0-C7B08CA8B392}" dt="2026-04-12T11:14:40.270" v="424" actId="1036"/>
          <ac:graphicFrameMkLst>
            <pc:docMk/>
            <pc:sldMk cId="4134781063" sldId="780"/>
            <ac:graphicFrameMk id="6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4-12T11:25:21.699" v="532" actId="20577"/>
        <pc:sldMkLst>
          <pc:docMk/>
          <pc:sldMk cId="3629567511" sldId="782"/>
        </pc:sldMkLst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629567511" sldId="782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629567511" sldId="782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629567511" sldId="782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629567511" sldId="782"/>
            <ac:spMk id="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629567511" sldId="782"/>
            <ac:spMk id="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1:24:58.306" v="477" actId="1036"/>
          <ac:spMkLst>
            <pc:docMk/>
            <pc:sldMk cId="3629567511" sldId="782"/>
            <ac:spMk id="10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2T10:57:33.194" v="343" actId="790"/>
          <ac:graphicFrameMkLst>
            <pc:docMk/>
            <pc:sldMk cId="3629567511" sldId="782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2T10:57:33.194" v="343" actId="790"/>
        <pc:sldMkLst>
          <pc:docMk/>
          <pc:sldMk cId="1178474818" sldId="783"/>
        </pc:sldMkLst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1178474818" sldId="783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1178474818" sldId="783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1178474818" sldId="783"/>
            <ac:spMk id="1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1178474818" sldId="783"/>
            <ac:spMk id="16" creationId="{5EAAFEFF-4F9C-88B0-B055-B4D7B34F1E5A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1178474818" sldId="783"/>
            <ac:spMk id="17" creationId="{426709AE-5ED2-0F69-1028-E4616FA26765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1178474818" sldId="783"/>
            <ac:spMk id="18" creationId="{C3F1AA50-6A08-B972-8579-5487D87AF4B6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1178474818" sldId="783"/>
            <ac:spMk id="19" creationId="{1291DC0C-E042-C215-1832-AFE4ABB68CC4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1178474818" sldId="783"/>
            <ac:spMk id="20" creationId="{2AF0E2DB-445C-7E2E-24B8-EAC65B724984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1178474818" sldId="783"/>
            <ac:spMk id="21" creationId="{240303BC-7F27-7652-9D83-2D97F6103B92}"/>
          </ac:spMkLst>
        </pc:spChg>
        <pc:graphicFrameChg chg="modGraphic">
          <ac:chgData name="Gerth Stølting Brodal" userId="04ef4784-6591-4f86-a140-f5c3b108582a" providerId="ADAL" clId="{73BAC7D6-516A-44B5-B4B0-C7B08CA8B392}" dt="2026-04-12T10:57:33.194" v="343" actId="790"/>
          <ac:graphicFrameMkLst>
            <pc:docMk/>
            <pc:sldMk cId="1178474818" sldId="783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2T11:27:09.782" v="535" actId="20577"/>
        <pc:sldMkLst>
          <pc:docMk/>
          <pc:sldMk cId="3392768063" sldId="784"/>
        </pc:sldMkLst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392768063" sldId="784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1:27:09.782" v="535" actId="20577"/>
          <ac:spMkLst>
            <pc:docMk/>
            <pc:sldMk cId="3392768063" sldId="784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2T10:57:33.194" v="343" actId="790"/>
          <ac:graphicFrameMkLst>
            <pc:docMk/>
            <pc:sldMk cId="3392768063" sldId="784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2T10:57:33.194" v="343" actId="790"/>
        <pc:sldMkLst>
          <pc:docMk/>
          <pc:sldMk cId="2064507595" sldId="786"/>
        </pc:sldMkLst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2064507595" sldId="786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2064507595" sldId="786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2064507595" sldId="786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2064507595" sldId="786"/>
            <ac:spMk id="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2064507595" sldId="786"/>
            <ac:spMk id="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2064507595" sldId="786"/>
            <ac:spMk id="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2064507595" sldId="786"/>
            <ac:spMk id="1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2064507595" sldId="786"/>
            <ac:spMk id="11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4-12T11:17:27.909" v="439" actId="313"/>
        <pc:sldMkLst>
          <pc:docMk/>
          <pc:sldMk cId="3711897289" sldId="787"/>
        </pc:sldMkLst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711897289" sldId="787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711897289" sldId="787"/>
            <ac:spMk id="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711897289" sldId="787"/>
            <ac:spMk id="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711897289" sldId="787"/>
            <ac:spMk id="1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711897289" sldId="787"/>
            <ac:spMk id="1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711897289" sldId="787"/>
            <ac:spMk id="1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711897289" sldId="787"/>
            <ac:spMk id="1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711897289" sldId="787"/>
            <ac:spMk id="16" creationId="{00000000-0000-0000-0000-000000000000}"/>
          </ac:spMkLst>
        </pc:spChg>
        <pc:graphicFrameChg chg="mod modGraphic">
          <ac:chgData name="Gerth Stølting Brodal" userId="04ef4784-6591-4f86-a140-f5c3b108582a" providerId="ADAL" clId="{73BAC7D6-516A-44B5-B4B0-C7B08CA8B392}" dt="2026-04-12T11:17:27.909" v="439" actId="313"/>
          <ac:graphicFrameMkLst>
            <pc:docMk/>
            <pc:sldMk cId="3711897289" sldId="787"/>
            <ac:graphicFrameMk id="14" creationId="{00000000-0000-0000-0000-000000000000}"/>
          </ac:graphicFrameMkLst>
        </pc:graphicFrameChg>
      </pc:sldChg>
      <pc:sldChg chg="addSp delSp modSp mod">
        <pc:chgData name="Gerth Stølting Brodal" userId="04ef4784-6591-4f86-a140-f5c3b108582a" providerId="ADAL" clId="{73BAC7D6-516A-44B5-B4B0-C7B08CA8B392}" dt="2026-04-12T11:10:39.250" v="372" actId="1076"/>
        <pc:sldMkLst>
          <pc:docMk/>
          <pc:sldMk cId="84816449" sldId="788"/>
        </pc:sldMkLst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84816449" sldId="788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84816449" sldId="788"/>
            <ac:spMk id="1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84816449" sldId="788"/>
            <ac:spMk id="1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84816449" sldId="788"/>
            <ac:spMk id="1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84816449" sldId="788"/>
            <ac:spMk id="1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84816449" sldId="788"/>
            <ac:spMk id="1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84816449" sldId="788"/>
            <ac:spMk id="1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84816449" sldId="788"/>
            <ac:spMk id="17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2T11:10:12.711" v="367" actId="6549"/>
          <ac:graphicFrameMkLst>
            <pc:docMk/>
            <pc:sldMk cId="84816449" sldId="788"/>
            <ac:graphicFrameMk id="14" creationId="{00000000-0000-0000-0000-000000000000}"/>
          </ac:graphicFrameMkLst>
        </pc:graphicFrameChg>
        <pc:picChg chg="add mod">
          <ac:chgData name="Gerth Stølting Brodal" userId="04ef4784-6591-4f86-a140-f5c3b108582a" providerId="ADAL" clId="{73BAC7D6-516A-44B5-B4B0-C7B08CA8B392}" dt="2026-04-12T11:10:39.250" v="372" actId="1076"/>
          <ac:picMkLst>
            <pc:docMk/>
            <pc:sldMk cId="84816449" sldId="788"/>
            <ac:picMk id="4" creationId="{97AAEFEA-EAF3-1CEA-0C9D-06365AE5A1ED}"/>
          </ac:picMkLst>
        </pc:picChg>
        <pc:picChg chg="del">
          <ac:chgData name="Gerth Stølting Brodal" userId="04ef4784-6591-4f86-a140-f5c3b108582a" providerId="ADAL" clId="{73BAC7D6-516A-44B5-B4B0-C7B08CA8B392}" dt="2026-04-12T11:10:32.832" v="370" actId="478"/>
          <ac:picMkLst>
            <pc:docMk/>
            <pc:sldMk cId="84816449" sldId="788"/>
            <ac:picMk id="6" creationId="{00000000-0000-0000-0000-000000000000}"/>
          </ac:picMkLst>
        </pc:picChg>
      </pc:sldChg>
      <pc:sldChg chg="modSp mod">
        <pc:chgData name="Gerth Stølting Brodal" userId="04ef4784-6591-4f86-a140-f5c3b108582a" providerId="ADAL" clId="{73BAC7D6-516A-44B5-B4B0-C7B08CA8B392}" dt="2026-04-12T10:57:33.194" v="343" actId="790"/>
        <pc:sldMkLst>
          <pc:docMk/>
          <pc:sldMk cId="685518621" sldId="789"/>
        </pc:sldMkLst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685518621" sldId="789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685518621" sldId="789"/>
            <ac:spMk id="3" creationId="{00000000-0000-0000-0000-000000000000}"/>
          </ac:spMkLst>
        </pc:spChg>
      </pc:sldChg>
      <pc:sldChg chg="addSp delSp modSp mod">
        <pc:chgData name="Gerth Stølting Brodal" userId="04ef4784-6591-4f86-a140-f5c3b108582a" providerId="ADAL" clId="{73BAC7D6-516A-44B5-B4B0-C7B08CA8B392}" dt="2026-04-12T11:23:26.595" v="464" actId="1076"/>
        <pc:sldMkLst>
          <pc:docMk/>
          <pc:sldMk cId="2230500912" sldId="790"/>
        </pc:sldMkLst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2230500912" sldId="790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2230500912" sldId="790"/>
            <ac:spMk id="7" creationId="{4054B121-FE17-B4F3-9BB2-59AB811B7FE5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2230500912" sldId="790"/>
            <ac:spMk id="8" creationId="{89BEE1D6-D1FB-CADA-7244-ABBB13396B35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2230500912" sldId="790"/>
            <ac:spMk id="9" creationId="{4F06DBE9-9B66-6D70-58DB-58B08472D26B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2230500912" sldId="790"/>
            <ac:spMk id="10" creationId="{3D440628-2F70-C7D2-FD8D-2C59A9701E37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2230500912" sldId="790"/>
            <ac:spMk id="11" creationId="{64065DF7-2EF0-D0B5-1E06-47124744711A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2230500912" sldId="790"/>
            <ac:spMk id="12" creationId="{09C7FFDC-E655-4832-178B-226F472F1DC9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2230500912" sldId="790"/>
            <ac:spMk id="16" creationId="{00000000-0000-0000-0000-000000000000}"/>
          </ac:spMkLst>
        </pc:spChg>
        <pc:grpChg chg="mod">
          <ac:chgData name="Gerth Stølting Brodal" userId="04ef4784-6591-4f86-a140-f5c3b108582a" providerId="ADAL" clId="{73BAC7D6-516A-44B5-B4B0-C7B08CA8B392}" dt="2026-04-12T11:22:25.216" v="460" actId="1076"/>
          <ac:grpSpMkLst>
            <pc:docMk/>
            <pc:sldMk cId="2230500912" sldId="790"/>
            <ac:grpSpMk id="3" creationId="{216E890D-4B46-E3A8-3B50-0B7A023EF54F}"/>
          </ac:grpSpMkLst>
        </pc:grpChg>
        <pc:graphicFrameChg chg="mod modGraphic">
          <ac:chgData name="Gerth Stølting Brodal" userId="04ef4784-6591-4f86-a140-f5c3b108582a" providerId="ADAL" clId="{73BAC7D6-516A-44B5-B4B0-C7B08CA8B392}" dt="2026-04-12T11:22:15.495" v="456" actId="1076"/>
          <ac:graphicFrameMkLst>
            <pc:docMk/>
            <pc:sldMk cId="2230500912" sldId="790"/>
            <ac:graphicFrameMk id="14" creationId="{00000000-0000-0000-0000-000000000000}"/>
          </ac:graphicFrameMkLst>
        </pc:graphicFrameChg>
        <pc:picChg chg="del">
          <ac:chgData name="Gerth Stølting Brodal" userId="04ef4784-6591-4f86-a140-f5c3b108582a" providerId="ADAL" clId="{73BAC7D6-516A-44B5-B4B0-C7B08CA8B392}" dt="2026-04-12T11:21:44.395" v="450" actId="478"/>
          <ac:picMkLst>
            <pc:docMk/>
            <pc:sldMk cId="2230500912" sldId="790"/>
            <ac:picMk id="5" creationId="{00000000-0000-0000-0000-000000000000}"/>
          </ac:picMkLst>
        </pc:picChg>
        <pc:picChg chg="add mod ord">
          <ac:chgData name="Gerth Stølting Brodal" userId="04ef4784-6591-4f86-a140-f5c3b108582a" providerId="ADAL" clId="{73BAC7D6-516A-44B5-B4B0-C7B08CA8B392}" dt="2026-04-12T11:23:26.595" v="464" actId="1076"/>
          <ac:picMkLst>
            <pc:docMk/>
            <pc:sldMk cId="2230500912" sldId="790"/>
            <ac:picMk id="13" creationId="{EC29387A-2AC9-A456-88F4-2719F139F13C}"/>
          </ac:picMkLst>
        </pc:picChg>
      </pc:sldChg>
      <pc:sldChg chg="modSp mod">
        <pc:chgData name="Gerth Stølting Brodal" userId="04ef4784-6591-4f86-a140-f5c3b108582a" providerId="ADAL" clId="{73BAC7D6-516A-44B5-B4B0-C7B08CA8B392}" dt="2026-04-12T10:57:33.194" v="343" actId="790"/>
        <pc:sldMkLst>
          <pc:docMk/>
          <pc:sldMk cId="1989879142" sldId="792"/>
        </pc:sldMkLst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1989879142" sldId="792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1989879142" sldId="792"/>
            <ac:spMk id="14" creationId="{A5E910A7-655B-7BA3-33EB-717DAA3ED4F1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1989879142" sldId="792"/>
            <ac:spMk id="15" creationId="{88C4F0B9-6C44-D81C-B2F7-DC74B7005549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1989879142" sldId="792"/>
            <ac:spMk id="16" creationId="{AF4CE2ED-D98C-BF4A-919E-D7C8A1D0B484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1989879142" sldId="792"/>
            <ac:spMk id="17" creationId="{67AA8A20-D900-7E34-8517-745072F495B9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1989879142" sldId="792"/>
            <ac:spMk id="18" creationId="{2BD67874-C0FE-4495-BEC4-401DBE7DDE6F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1989879142" sldId="792"/>
            <ac:spMk id="19" creationId="{9C78F2AE-E081-AFE0-1F0F-A10E6538B3B7}"/>
          </ac:spMkLst>
        </pc:spChg>
        <pc:graphicFrameChg chg="modGraphic">
          <ac:chgData name="Gerth Stølting Brodal" userId="04ef4784-6591-4f86-a140-f5c3b108582a" providerId="ADAL" clId="{73BAC7D6-516A-44B5-B4B0-C7B08CA8B392}" dt="2026-04-12T10:57:33.194" v="343" actId="790"/>
          <ac:graphicFrameMkLst>
            <pc:docMk/>
            <pc:sldMk cId="1989879142" sldId="792"/>
            <ac:graphicFrameMk id="7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4-12T20:20:47.914" v="2092" actId="20577"/>
        <pc:sldMkLst>
          <pc:docMk/>
          <pc:sldMk cId="1008399820" sldId="793"/>
        </pc:sldMkLst>
        <pc:spChg chg="mod">
          <ac:chgData name="Gerth Stølting Brodal" userId="04ef4784-6591-4f86-a140-f5c3b108582a" providerId="ADAL" clId="{73BAC7D6-516A-44B5-B4B0-C7B08CA8B392}" dt="2026-04-12T20:20:47.914" v="2092" actId="20577"/>
          <ac:spMkLst>
            <pc:docMk/>
            <pc:sldMk cId="1008399820" sldId="793"/>
            <ac:spMk id="2" creationId="{00000000-0000-0000-0000-000000000000}"/>
          </ac:spMkLst>
        </pc:spChg>
      </pc:sldChg>
      <pc:sldChg chg="addSp modSp mod">
        <pc:chgData name="Gerth Stølting Brodal" userId="04ef4784-6591-4f86-a140-f5c3b108582a" providerId="ADAL" clId="{73BAC7D6-516A-44B5-B4B0-C7B08CA8B392}" dt="2026-04-12T11:08:40.504" v="362" actId="6549"/>
        <pc:sldMkLst>
          <pc:docMk/>
          <pc:sldMk cId="3496017891" sldId="794"/>
        </pc:sldMkLst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496017891" sldId="794"/>
            <ac:spMk id="2" creationId="{00000000-0000-0000-0000-000000000000}"/>
          </ac:spMkLst>
        </pc:spChg>
        <pc:spChg chg="add 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496017891" sldId="794"/>
            <ac:spMk id="5" creationId="{2C0A59DF-A565-35E9-37FD-65F43FE5E990}"/>
          </ac:spMkLst>
        </pc:spChg>
        <pc:spChg chg="add mod">
          <ac:chgData name="Gerth Stølting Brodal" userId="04ef4784-6591-4f86-a140-f5c3b108582a" providerId="ADAL" clId="{73BAC7D6-516A-44B5-B4B0-C7B08CA8B392}" dt="2026-04-12T11:08:40.504" v="362" actId="6549"/>
          <ac:spMkLst>
            <pc:docMk/>
            <pc:sldMk cId="3496017891" sldId="794"/>
            <ac:spMk id="7" creationId="{808C7EBF-524D-5AC8-4754-80FBEEE681C0}"/>
          </ac:spMkLst>
        </pc:spChg>
        <pc:picChg chg="add mod ord">
          <ac:chgData name="Gerth Stølting Brodal" userId="04ef4784-6591-4f86-a140-f5c3b108582a" providerId="ADAL" clId="{73BAC7D6-516A-44B5-B4B0-C7B08CA8B392}" dt="2026-04-12T10:53:00.233" v="215" actId="208"/>
          <ac:picMkLst>
            <pc:docMk/>
            <pc:sldMk cId="3496017891" sldId="794"/>
            <ac:picMk id="4" creationId="{F1DB2EA8-104B-68A1-A4EC-A051C241C2B1}"/>
          </ac:picMkLst>
        </pc:picChg>
      </pc:sldChg>
      <pc:sldChg chg="modSp mod">
        <pc:chgData name="Gerth Stølting Brodal" userId="04ef4784-6591-4f86-a140-f5c3b108582a" providerId="ADAL" clId="{73BAC7D6-516A-44B5-B4B0-C7B08CA8B392}" dt="2026-04-12T20:20:29.908" v="2087" actId="20577"/>
        <pc:sldMkLst>
          <pc:docMk/>
          <pc:sldMk cId="1279409037" sldId="795"/>
        </pc:sldMkLst>
        <pc:spChg chg="mod">
          <ac:chgData name="Gerth Stølting Brodal" userId="04ef4784-6591-4f86-a140-f5c3b108582a" providerId="ADAL" clId="{73BAC7D6-516A-44B5-B4B0-C7B08CA8B392}" dt="2026-04-12T20:20:29.908" v="2087" actId="20577"/>
          <ac:spMkLst>
            <pc:docMk/>
            <pc:sldMk cId="1279409037" sldId="795"/>
            <ac:spMk id="2" creationId="{00000000-0000-0000-0000-000000000000}"/>
          </ac:spMkLst>
        </pc:spChg>
      </pc:sldChg>
      <pc:sldChg chg="modSp mod addAnim delAnim modNotesTx">
        <pc:chgData name="Gerth Stølting Brodal" userId="04ef4784-6591-4f86-a140-f5c3b108582a" providerId="ADAL" clId="{73BAC7D6-516A-44B5-B4B0-C7B08CA8B392}" dt="2026-04-12T20:20:53.709" v="2097" actId="20577"/>
        <pc:sldMkLst>
          <pc:docMk/>
          <pc:sldMk cId="3092077248" sldId="796"/>
        </pc:sldMkLst>
        <pc:spChg chg="mod">
          <ac:chgData name="Gerth Stølting Brodal" userId="04ef4784-6591-4f86-a140-f5c3b108582a" providerId="ADAL" clId="{73BAC7D6-516A-44B5-B4B0-C7B08CA8B392}" dt="2026-04-12T20:20:53.709" v="2097" actId="20577"/>
          <ac:spMkLst>
            <pc:docMk/>
            <pc:sldMk cId="3092077248" sldId="796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092077248" sldId="796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092077248" sldId="796"/>
            <ac:spMk id="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092077248" sldId="796"/>
            <ac:spMk id="6" creationId="{00000000-0000-0000-0000-000000000000}"/>
          </ac:spMkLst>
        </pc:spChg>
        <pc:graphicFrameChg chg="mod modGraphic">
          <ac:chgData name="Gerth Stølting Brodal" userId="04ef4784-6591-4f86-a140-f5c3b108582a" providerId="ADAL" clId="{73BAC7D6-516A-44B5-B4B0-C7B08CA8B392}" dt="2026-04-12T11:46:11.648" v="656" actId="20577"/>
          <ac:graphicFrameMkLst>
            <pc:docMk/>
            <pc:sldMk cId="3092077248" sldId="796"/>
            <ac:graphicFrameMk id="8" creationId="{00000000-0000-0000-0000-000000000000}"/>
          </ac:graphicFrameMkLst>
        </pc:graphicFrameChg>
      </pc:sldChg>
      <pc:sldChg chg="modSp mod modShow modNotesTx">
        <pc:chgData name="Gerth Stølting Brodal" userId="04ef4784-6591-4f86-a140-f5c3b108582a" providerId="ADAL" clId="{73BAC7D6-516A-44B5-B4B0-C7B08CA8B392}" dt="2026-04-12T22:32:04.130" v="3012" actId="6549"/>
        <pc:sldMkLst>
          <pc:docMk/>
          <pc:sldMk cId="1219500863" sldId="797"/>
        </pc:sldMkLst>
        <pc:spChg chg="mod">
          <ac:chgData name="Gerth Stølting Brodal" userId="04ef4784-6591-4f86-a140-f5c3b108582a" providerId="ADAL" clId="{73BAC7D6-516A-44B5-B4B0-C7B08CA8B392}" dt="2026-04-12T20:21:19.488" v="2105" actId="20577"/>
          <ac:spMkLst>
            <pc:docMk/>
            <pc:sldMk cId="1219500863" sldId="797"/>
            <ac:spMk id="2" creationId="{2EA4A49A-9B82-3940-D8A0-582CCC995050}"/>
          </ac:spMkLst>
        </pc:spChg>
      </pc:sldChg>
      <pc:sldChg chg="addSp delSp modSp mod addAnim delAnim modAnim modShow modNotesTx">
        <pc:chgData name="Gerth Stølting Brodal" userId="04ef4784-6591-4f86-a140-f5c3b108582a" providerId="ADAL" clId="{73BAC7D6-516A-44B5-B4B0-C7B08CA8B392}" dt="2026-04-13T11:21:48.139" v="3016" actId="20577"/>
        <pc:sldMkLst>
          <pc:docMk/>
          <pc:sldMk cId="3577428823" sldId="798"/>
        </pc:sldMkLst>
        <pc:spChg chg="mod">
          <ac:chgData name="Gerth Stølting Brodal" userId="04ef4784-6591-4f86-a140-f5c3b108582a" providerId="ADAL" clId="{73BAC7D6-516A-44B5-B4B0-C7B08CA8B392}" dt="2026-04-12T10:57:33.194" v="343" actId="790"/>
          <ac:spMkLst>
            <pc:docMk/>
            <pc:sldMk cId="3577428823" sldId="798"/>
            <ac:spMk id="2" creationId="{775E5416-EB0F-ACA7-0B19-9C9A618A9C90}"/>
          </ac:spMkLst>
        </pc:spChg>
        <pc:spChg chg="mod">
          <ac:chgData name="Gerth Stølting Brodal" userId="04ef4784-6591-4f86-a140-f5c3b108582a" providerId="ADAL" clId="{73BAC7D6-516A-44B5-B4B0-C7B08CA8B392}" dt="2026-04-13T11:21:48.139" v="3016" actId="20577"/>
          <ac:spMkLst>
            <pc:docMk/>
            <pc:sldMk cId="3577428823" sldId="798"/>
            <ac:spMk id="3" creationId="{9CCE2252-3B47-3250-9646-75C4448A3E02}"/>
          </ac:spMkLst>
        </pc:spChg>
        <pc:graphicFrameChg chg="add mod modGraphic">
          <ac:chgData name="Gerth Stølting Brodal" userId="04ef4784-6591-4f86-a140-f5c3b108582a" providerId="ADAL" clId="{73BAC7D6-516A-44B5-B4B0-C7B08CA8B392}" dt="2026-04-12T22:03:42.398" v="2753" actId="207"/>
          <ac:graphicFrameMkLst>
            <pc:docMk/>
            <pc:sldMk cId="3577428823" sldId="798"/>
            <ac:graphicFrameMk id="4" creationId="{4837AB3F-DEE1-EB1C-C448-98336E9511F4}"/>
          </ac:graphicFrameMkLst>
        </pc:graphicFrameChg>
        <pc:picChg chg="add mod ord">
          <ac:chgData name="Gerth Stølting Brodal" userId="04ef4784-6591-4f86-a140-f5c3b108582a" providerId="ADAL" clId="{73BAC7D6-516A-44B5-B4B0-C7B08CA8B392}" dt="2026-04-12T22:00:37.907" v="2659" actId="1037"/>
          <ac:picMkLst>
            <pc:docMk/>
            <pc:sldMk cId="3577428823" sldId="798"/>
            <ac:picMk id="6" creationId="{D964E8F8-C911-9D66-B712-4B2979E33280}"/>
          </ac:picMkLst>
        </pc:picChg>
        <pc:picChg chg="add del mod">
          <ac:chgData name="Gerth Stølting Brodal" userId="04ef4784-6591-4f86-a140-f5c3b108582a" providerId="ADAL" clId="{73BAC7D6-516A-44B5-B4B0-C7B08CA8B392}" dt="2026-04-12T20:11:05.763" v="1988" actId="478"/>
          <ac:picMkLst>
            <pc:docMk/>
            <pc:sldMk cId="3577428823" sldId="798"/>
            <ac:picMk id="1026" creationId="{1C34CEA6-1489-3340-DEE7-EB7EF27082BE}"/>
          </ac:picMkLst>
        </pc:picChg>
      </pc:sldChg>
      <pc:sldChg chg="addSp delSp modSp new del mod modAnim">
        <pc:chgData name="Gerth Stølting Brodal" userId="04ef4784-6591-4f86-a140-f5c3b108582a" providerId="ADAL" clId="{73BAC7D6-516A-44B5-B4B0-C7B08CA8B392}" dt="2026-04-13T08:13:57.206" v="3013" actId="47"/>
        <pc:sldMkLst>
          <pc:docMk/>
          <pc:sldMk cId="481070028" sldId="799"/>
        </pc:sldMkLst>
        <pc:spChg chg="del">
          <ac:chgData name="Gerth Stølting Brodal" userId="04ef4784-6591-4f86-a140-f5c3b108582a" providerId="ADAL" clId="{73BAC7D6-516A-44B5-B4B0-C7B08CA8B392}" dt="2026-04-12T12:09:49.791" v="1124" actId="478"/>
          <ac:spMkLst>
            <pc:docMk/>
            <pc:sldMk cId="481070028" sldId="799"/>
            <ac:spMk id="2" creationId="{F7BC1FD4-76CD-4BCF-9593-5E87B4EA04BB}"/>
          </ac:spMkLst>
        </pc:spChg>
        <pc:spChg chg="del">
          <ac:chgData name="Gerth Stølting Brodal" userId="04ef4784-6591-4f86-a140-f5c3b108582a" providerId="ADAL" clId="{73BAC7D6-516A-44B5-B4B0-C7B08CA8B392}" dt="2026-04-12T12:09:49.791" v="1124" actId="478"/>
          <ac:spMkLst>
            <pc:docMk/>
            <pc:sldMk cId="481070028" sldId="799"/>
            <ac:spMk id="3" creationId="{C8D33855-D674-6DF5-5274-DFBB758F5C6B}"/>
          </ac:spMkLst>
        </pc:spChg>
        <pc:spChg chg="mod">
          <ac:chgData name="Gerth Stølting Brodal" userId="04ef4784-6591-4f86-a140-f5c3b108582a" providerId="ADAL" clId="{73BAC7D6-516A-44B5-B4B0-C7B08CA8B392}" dt="2026-04-12T12:09:50.684" v="1125"/>
          <ac:spMkLst>
            <pc:docMk/>
            <pc:sldMk cId="481070028" sldId="799"/>
            <ac:spMk id="14" creationId="{4450A7CC-1913-CA77-2A9D-3E4AB5920017}"/>
          </ac:spMkLst>
        </pc:spChg>
        <pc:spChg chg="mod">
          <ac:chgData name="Gerth Stølting Brodal" userId="04ef4784-6591-4f86-a140-f5c3b108582a" providerId="ADAL" clId="{73BAC7D6-516A-44B5-B4B0-C7B08CA8B392}" dt="2026-04-12T12:09:50.684" v="1125"/>
          <ac:spMkLst>
            <pc:docMk/>
            <pc:sldMk cId="481070028" sldId="799"/>
            <ac:spMk id="15" creationId="{F9E9067C-3607-0080-3501-671586D55684}"/>
          </ac:spMkLst>
        </pc:spChg>
        <pc:spChg chg="mod">
          <ac:chgData name="Gerth Stølting Brodal" userId="04ef4784-6591-4f86-a140-f5c3b108582a" providerId="ADAL" clId="{73BAC7D6-516A-44B5-B4B0-C7B08CA8B392}" dt="2026-04-12T12:09:50.684" v="1125"/>
          <ac:spMkLst>
            <pc:docMk/>
            <pc:sldMk cId="481070028" sldId="799"/>
            <ac:spMk id="18" creationId="{0C3A53FE-8559-176A-1DAC-5C558AEE10DB}"/>
          </ac:spMkLst>
        </pc:spChg>
        <pc:spChg chg="mod">
          <ac:chgData name="Gerth Stølting Brodal" userId="04ef4784-6591-4f86-a140-f5c3b108582a" providerId="ADAL" clId="{73BAC7D6-516A-44B5-B4B0-C7B08CA8B392}" dt="2026-04-12T12:09:50.684" v="1125"/>
          <ac:spMkLst>
            <pc:docMk/>
            <pc:sldMk cId="481070028" sldId="799"/>
            <ac:spMk id="28" creationId="{AA590F75-E074-0352-1F78-9344C08430A7}"/>
          </ac:spMkLst>
        </pc:spChg>
        <pc:spChg chg="mod">
          <ac:chgData name="Gerth Stølting Brodal" userId="04ef4784-6591-4f86-a140-f5c3b108582a" providerId="ADAL" clId="{73BAC7D6-516A-44B5-B4B0-C7B08CA8B392}" dt="2026-04-12T12:09:50.684" v="1125"/>
          <ac:spMkLst>
            <pc:docMk/>
            <pc:sldMk cId="481070028" sldId="799"/>
            <ac:spMk id="31" creationId="{4A7DED31-8126-4432-7444-EB6A222649F0}"/>
          </ac:spMkLst>
        </pc:spChg>
        <pc:spChg chg="mod">
          <ac:chgData name="Gerth Stølting Brodal" userId="04ef4784-6591-4f86-a140-f5c3b108582a" providerId="ADAL" clId="{73BAC7D6-516A-44B5-B4B0-C7B08CA8B392}" dt="2026-04-12T12:09:50.684" v="1125"/>
          <ac:spMkLst>
            <pc:docMk/>
            <pc:sldMk cId="481070028" sldId="799"/>
            <ac:spMk id="32" creationId="{46DDC04F-0D73-E024-8DB1-162F66FDB77C}"/>
          </ac:spMkLst>
        </pc:spChg>
        <pc:spChg chg="mod">
          <ac:chgData name="Gerth Stølting Brodal" userId="04ef4784-6591-4f86-a140-f5c3b108582a" providerId="ADAL" clId="{73BAC7D6-516A-44B5-B4B0-C7B08CA8B392}" dt="2026-04-12T12:09:50.684" v="1125"/>
          <ac:spMkLst>
            <pc:docMk/>
            <pc:sldMk cId="481070028" sldId="799"/>
            <ac:spMk id="34" creationId="{B18AD135-C3E9-13FA-19BD-AF402C6899CB}"/>
          </ac:spMkLst>
        </pc:spChg>
        <pc:spChg chg="mod">
          <ac:chgData name="Gerth Stølting Brodal" userId="04ef4784-6591-4f86-a140-f5c3b108582a" providerId="ADAL" clId="{73BAC7D6-516A-44B5-B4B0-C7B08CA8B392}" dt="2026-04-12T12:09:50.684" v="1125"/>
          <ac:spMkLst>
            <pc:docMk/>
            <pc:sldMk cId="481070028" sldId="799"/>
            <ac:spMk id="37" creationId="{80436E68-147F-4A70-0DFD-612E34A11AD7}"/>
          </ac:spMkLst>
        </pc:spChg>
        <pc:spChg chg="mod">
          <ac:chgData name="Gerth Stølting Brodal" userId="04ef4784-6591-4f86-a140-f5c3b108582a" providerId="ADAL" clId="{73BAC7D6-516A-44B5-B4B0-C7B08CA8B392}" dt="2026-04-12T12:09:50.684" v="1125"/>
          <ac:spMkLst>
            <pc:docMk/>
            <pc:sldMk cId="481070028" sldId="799"/>
            <ac:spMk id="38" creationId="{059B0825-61FC-7059-6B18-C095C8393D89}"/>
          </ac:spMkLst>
        </pc:spChg>
        <pc:spChg chg="mod">
          <ac:chgData name="Gerth Stølting Brodal" userId="04ef4784-6591-4f86-a140-f5c3b108582a" providerId="ADAL" clId="{73BAC7D6-516A-44B5-B4B0-C7B08CA8B392}" dt="2026-04-12T12:09:50.684" v="1125"/>
          <ac:spMkLst>
            <pc:docMk/>
            <pc:sldMk cId="481070028" sldId="799"/>
            <ac:spMk id="39" creationId="{EDCA9714-F190-B949-1761-D1F7B52F0ABE}"/>
          </ac:spMkLst>
        </pc:spChg>
        <pc:spChg chg="mod">
          <ac:chgData name="Gerth Stølting Brodal" userId="04ef4784-6591-4f86-a140-f5c3b108582a" providerId="ADAL" clId="{73BAC7D6-516A-44B5-B4B0-C7B08CA8B392}" dt="2026-04-12T12:11:47.189" v="1138"/>
          <ac:spMkLst>
            <pc:docMk/>
            <pc:sldMk cId="481070028" sldId="799"/>
            <ac:spMk id="42" creationId="{F722E4A3-B0E5-3D9E-D5C5-EE90B813AC21}"/>
          </ac:spMkLst>
        </pc:spChg>
        <pc:spChg chg="mod">
          <ac:chgData name="Gerth Stølting Brodal" userId="04ef4784-6591-4f86-a140-f5c3b108582a" providerId="ADAL" clId="{73BAC7D6-516A-44B5-B4B0-C7B08CA8B392}" dt="2026-04-12T12:11:47.189" v="1138"/>
          <ac:spMkLst>
            <pc:docMk/>
            <pc:sldMk cId="481070028" sldId="799"/>
            <ac:spMk id="43" creationId="{AF9B88C8-5FDF-A739-CA1C-146A89CBDC8A}"/>
          </ac:spMkLst>
        </pc:spChg>
        <pc:spChg chg="mod">
          <ac:chgData name="Gerth Stølting Brodal" userId="04ef4784-6591-4f86-a140-f5c3b108582a" providerId="ADAL" clId="{73BAC7D6-516A-44B5-B4B0-C7B08CA8B392}" dt="2026-04-12T12:11:47.189" v="1138"/>
          <ac:spMkLst>
            <pc:docMk/>
            <pc:sldMk cId="481070028" sldId="799"/>
            <ac:spMk id="44" creationId="{A8BC47B8-A4E5-C600-6887-6F908ABF8661}"/>
          </ac:spMkLst>
        </pc:spChg>
        <pc:spChg chg="mod">
          <ac:chgData name="Gerth Stølting Brodal" userId="04ef4784-6591-4f86-a140-f5c3b108582a" providerId="ADAL" clId="{73BAC7D6-516A-44B5-B4B0-C7B08CA8B392}" dt="2026-04-12T12:11:47.189" v="1138"/>
          <ac:spMkLst>
            <pc:docMk/>
            <pc:sldMk cId="481070028" sldId="799"/>
            <ac:spMk id="45" creationId="{AF800CEA-4E75-98D3-F85C-41120F98744C}"/>
          </ac:spMkLst>
        </pc:spChg>
        <pc:spChg chg="mod">
          <ac:chgData name="Gerth Stølting Brodal" userId="04ef4784-6591-4f86-a140-f5c3b108582a" providerId="ADAL" clId="{73BAC7D6-516A-44B5-B4B0-C7B08CA8B392}" dt="2026-04-12T12:11:47.189" v="1138"/>
          <ac:spMkLst>
            <pc:docMk/>
            <pc:sldMk cId="481070028" sldId="799"/>
            <ac:spMk id="46" creationId="{62772A9C-90A0-767B-DDFD-ABF323271DD3}"/>
          </ac:spMkLst>
        </pc:spChg>
        <pc:spChg chg="mod">
          <ac:chgData name="Gerth Stølting Brodal" userId="04ef4784-6591-4f86-a140-f5c3b108582a" providerId="ADAL" clId="{73BAC7D6-516A-44B5-B4B0-C7B08CA8B392}" dt="2026-04-12T12:11:47.189" v="1138"/>
          <ac:spMkLst>
            <pc:docMk/>
            <pc:sldMk cId="481070028" sldId="799"/>
            <ac:spMk id="47" creationId="{6B2A33C8-E5BB-D551-8BB5-9028A9BAC4AF}"/>
          </ac:spMkLst>
        </pc:spChg>
        <pc:spChg chg="mod">
          <ac:chgData name="Gerth Stølting Brodal" userId="04ef4784-6591-4f86-a140-f5c3b108582a" providerId="ADAL" clId="{73BAC7D6-516A-44B5-B4B0-C7B08CA8B392}" dt="2026-04-12T12:11:47.189" v="1138"/>
          <ac:spMkLst>
            <pc:docMk/>
            <pc:sldMk cId="481070028" sldId="799"/>
            <ac:spMk id="48" creationId="{EA15AA99-CDAB-75E1-96D4-98CAAAA339A7}"/>
          </ac:spMkLst>
        </pc:spChg>
        <pc:spChg chg="mod">
          <ac:chgData name="Gerth Stølting Brodal" userId="04ef4784-6591-4f86-a140-f5c3b108582a" providerId="ADAL" clId="{73BAC7D6-516A-44B5-B4B0-C7B08CA8B392}" dt="2026-04-12T12:11:47.189" v="1138"/>
          <ac:spMkLst>
            <pc:docMk/>
            <pc:sldMk cId="481070028" sldId="799"/>
            <ac:spMk id="49" creationId="{DBC85C7D-DD8E-BA57-2304-C603DA3A1BC1}"/>
          </ac:spMkLst>
        </pc:spChg>
        <pc:spChg chg="mod">
          <ac:chgData name="Gerth Stølting Brodal" userId="04ef4784-6591-4f86-a140-f5c3b108582a" providerId="ADAL" clId="{73BAC7D6-516A-44B5-B4B0-C7B08CA8B392}" dt="2026-04-12T12:11:47.189" v="1138"/>
          <ac:spMkLst>
            <pc:docMk/>
            <pc:sldMk cId="481070028" sldId="799"/>
            <ac:spMk id="50" creationId="{2A6640B1-6C45-EE68-0419-C3AFBEC2DE71}"/>
          </ac:spMkLst>
        </pc:spChg>
        <pc:spChg chg="del mod">
          <ac:chgData name="Gerth Stølting Brodal" userId="04ef4784-6591-4f86-a140-f5c3b108582a" providerId="ADAL" clId="{73BAC7D6-516A-44B5-B4B0-C7B08CA8B392}" dt="2026-04-12T12:11:56.253" v="1140" actId="478"/>
          <ac:spMkLst>
            <pc:docMk/>
            <pc:sldMk cId="481070028" sldId="799"/>
            <ac:spMk id="51" creationId="{D7059C6D-4D28-14A2-5997-231BEE3497E9}"/>
          </ac:spMkLst>
        </pc:spChg>
        <pc:grpChg chg="mod">
          <ac:chgData name="Gerth Stølting Brodal" userId="04ef4784-6591-4f86-a140-f5c3b108582a" providerId="ADAL" clId="{73BAC7D6-516A-44B5-B4B0-C7B08CA8B392}" dt="2026-04-12T12:09:54.367" v="1126" actId="1076"/>
          <ac:grpSpMkLst>
            <pc:docMk/>
            <pc:sldMk cId="481070028" sldId="799"/>
            <ac:grpSpMk id="4" creationId="{997347CE-CB50-79E5-60EB-6D1B40BA976B}"/>
          </ac:grpSpMkLst>
        </pc:grpChg>
        <pc:grpChg chg="mod">
          <ac:chgData name="Gerth Stølting Brodal" userId="04ef4784-6591-4f86-a140-f5c3b108582a" providerId="ADAL" clId="{73BAC7D6-516A-44B5-B4B0-C7B08CA8B392}" dt="2026-04-12T12:12:01.072" v="1143" actId="1037"/>
          <ac:grpSpMkLst>
            <pc:docMk/>
            <pc:sldMk cId="481070028" sldId="799"/>
            <ac:grpSpMk id="41" creationId="{9227A7DD-544A-8F10-A28A-35C31C126161}"/>
          </ac:grpSpMkLst>
        </pc:grpChg>
      </pc:sldChg>
      <pc:sldChg chg="addSp modSp add mod modShow modNotesTx">
        <pc:chgData name="Gerth Stølting Brodal" userId="04ef4784-6591-4f86-a140-f5c3b108582a" providerId="ADAL" clId="{73BAC7D6-516A-44B5-B4B0-C7B08CA8B392}" dt="2026-04-12T22:06:56.425" v="2795" actId="20577"/>
        <pc:sldMkLst>
          <pc:docMk/>
          <pc:sldMk cId="3956508207" sldId="800"/>
        </pc:sldMkLst>
        <pc:spChg chg="mod">
          <ac:chgData name="Gerth Stølting Brodal" userId="04ef4784-6591-4f86-a140-f5c3b108582a" providerId="ADAL" clId="{73BAC7D6-516A-44B5-B4B0-C7B08CA8B392}" dt="2026-04-12T19:54:11.466" v="1912" actId="20577"/>
          <ac:spMkLst>
            <pc:docMk/>
            <pc:sldMk cId="3956508207" sldId="800"/>
            <ac:spMk id="2" creationId="{43088A31-B8A3-A4FA-CC27-EDCC06C85FA1}"/>
          </ac:spMkLst>
        </pc:spChg>
        <pc:spChg chg="mod">
          <ac:chgData name="Gerth Stølting Brodal" userId="04ef4784-6591-4f86-a140-f5c3b108582a" providerId="ADAL" clId="{73BAC7D6-516A-44B5-B4B0-C7B08CA8B392}" dt="2026-04-12T19:52:50.594" v="1873" actId="20577"/>
          <ac:spMkLst>
            <pc:docMk/>
            <pc:sldMk cId="3956508207" sldId="800"/>
            <ac:spMk id="3" creationId="{30699BBA-86CC-C027-5F9E-0CB51C69EDAB}"/>
          </ac:spMkLst>
        </pc:spChg>
        <pc:spChg chg="add mod">
          <ac:chgData name="Gerth Stølting Brodal" userId="04ef4784-6591-4f86-a140-f5c3b108582a" providerId="ADAL" clId="{73BAC7D6-516A-44B5-B4B0-C7B08CA8B392}" dt="2026-04-12T19:37:32.973" v="1479" actId="1076"/>
          <ac:spMkLst>
            <pc:docMk/>
            <pc:sldMk cId="3956508207" sldId="800"/>
            <ac:spMk id="5" creationId="{BC169433-4BF7-A935-09B1-6202E43343B7}"/>
          </ac:spMkLst>
        </pc:spChg>
        <pc:picChg chg="mod">
          <ac:chgData name="Gerth Stølting Brodal" userId="04ef4784-6591-4f86-a140-f5c3b108582a" providerId="ADAL" clId="{73BAC7D6-516A-44B5-B4B0-C7B08CA8B392}" dt="2026-04-12T19:53:45.206" v="1898" actId="1076"/>
          <ac:picMkLst>
            <pc:docMk/>
            <pc:sldMk cId="3956508207" sldId="800"/>
            <ac:picMk id="1026" creationId="{3C5246D8-2979-AAF2-A0E3-3F51ECAC46A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A172F-81D4-4DC4-9113-1DBD56EC364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563DD8-32AB-41BE-B1C6-8EAC4522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0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.cc/pagerank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434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793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Python:</a:t>
            </a:r>
            <a:r>
              <a:rPr lang="en-US" baseline="0" dirty="0"/>
              <a:t> </a:t>
            </a:r>
            <a:r>
              <a:rPr lang="en-US" dirty="0" err="1"/>
              <a:t>random.randint</a:t>
            </a:r>
            <a:r>
              <a:rPr lang="en-US" dirty="0"/>
              <a:t>(1, 6)</a:t>
            </a:r>
          </a:p>
          <a:p>
            <a:endParaRPr lang="da-DK" dirty="0"/>
          </a:p>
          <a:p>
            <a:r>
              <a:rPr lang="en-US" dirty="0">
                <a:hlinkClick r:id="rId3"/>
              </a:rPr>
              <a:t>tiny.cc/</a:t>
            </a:r>
            <a:r>
              <a:rPr lang="en-US" dirty="0" err="1">
                <a:hlinkClick r:id="rId3"/>
              </a:rPr>
              <a:t>pagerank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31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864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division = done by broadcasting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953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p </a:t>
            </a:r>
            <a:r>
              <a:rPr lang="da-DK" dirty="0"/>
              <a:t>= column </a:t>
            </a:r>
            <a:r>
              <a:rPr lang="da-DK" dirty="0" err="1"/>
              <a:t>vector</a:t>
            </a:r>
            <a:endParaRPr lang="da-DK" dirty="0"/>
          </a:p>
          <a:p>
            <a:r>
              <a:rPr lang="da-DK" dirty="0"/>
              <a:t>A = </a:t>
            </a:r>
            <a:r>
              <a:rPr lang="da-DK" dirty="0" err="1"/>
              <a:t>np.arange</a:t>
            </a:r>
            <a:r>
              <a:rPr lang="da-DK" dirty="0"/>
              <a:t>(4).</a:t>
            </a:r>
            <a:r>
              <a:rPr lang="da-DK" dirty="0" err="1"/>
              <a:t>reshape</a:t>
            </a:r>
            <a:r>
              <a:rPr lang="da-DK" dirty="0"/>
              <a:t>(2, 2)</a:t>
            </a:r>
          </a:p>
          <a:p>
            <a:r>
              <a:rPr lang="da-DK" dirty="0" err="1"/>
              <a:t>np.</a:t>
            </a:r>
            <a:r>
              <a:rPr lang="da-DK" b="1" dirty="0" err="1"/>
              <a:t>append</a:t>
            </a:r>
            <a:r>
              <a:rPr lang="da-DK" dirty="0"/>
              <a:t>(A, A)  # </a:t>
            </a:r>
            <a:r>
              <a:rPr lang="da-DK" dirty="0" err="1"/>
              <a:t>result</a:t>
            </a:r>
            <a:r>
              <a:rPr lang="da-DK" dirty="0"/>
              <a:t> is 1-vector</a:t>
            </a:r>
          </a:p>
          <a:p>
            <a:r>
              <a:rPr lang="da-DK" dirty="0" err="1"/>
              <a:t>np.</a:t>
            </a:r>
            <a:r>
              <a:rPr lang="da-DK" b="1" dirty="0" err="1"/>
              <a:t>append</a:t>
            </a:r>
            <a:r>
              <a:rPr lang="da-DK" dirty="0"/>
              <a:t>(A, A, axis=0)  # </a:t>
            </a:r>
            <a:r>
              <a:rPr lang="da-DK" dirty="0" err="1"/>
              <a:t>added</a:t>
            </a:r>
            <a:r>
              <a:rPr lang="da-DK" dirty="0"/>
              <a:t> as </a:t>
            </a:r>
            <a:r>
              <a:rPr lang="da-DK" dirty="0" err="1"/>
              <a:t>roows</a:t>
            </a:r>
            <a:endParaRPr lang="da-DK" dirty="0"/>
          </a:p>
          <a:p>
            <a:r>
              <a:rPr lang="da-DK" dirty="0" err="1"/>
              <a:t>np.</a:t>
            </a:r>
            <a:r>
              <a:rPr lang="da-DK" b="1" dirty="0" err="1"/>
              <a:t>append</a:t>
            </a:r>
            <a:r>
              <a:rPr lang="da-DK" dirty="0"/>
              <a:t>(A, A, axis=1)  # </a:t>
            </a:r>
            <a:r>
              <a:rPr lang="da-DK" dirty="0" err="1"/>
              <a:t>added</a:t>
            </a:r>
            <a:r>
              <a:rPr lang="da-DK" dirty="0"/>
              <a:t> as columns</a:t>
            </a:r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635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Uses associativity of matrix multiplication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15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PuLP</a:t>
            </a:r>
            <a:r>
              <a:rPr lang="en-US" dirty="0"/>
              <a:t> and </a:t>
            </a:r>
            <a:r>
              <a:rPr lang="en-US" dirty="0" err="1"/>
              <a:t>Pyomo</a:t>
            </a:r>
            <a:r>
              <a:rPr lang="en-US" dirty="0"/>
              <a:t> are used in other courses on the Data Science education.</a:t>
            </a:r>
          </a:p>
          <a:p>
            <a:r>
              <a:rPr lang="en-US" dirty="0" err="1"/>
              <a:t>Cplex</a:t>
            </a:r>
            <a:r>
              <a:rPr lang="en-US" dirty="0"/>
              <a:t> and </a:t>
            </a:r>
            <a:r>
              <a:rPr lang="en-US" dirty="0" err="1"/>
              <a:t>Gurobi</a:t>
            </a:r>
            <a:r>
              <a:rPr lang="en-US" dirty="0"/>
              <a:t> are used throughout many course on the Math-Economics education.</a:t>
            </a:r>
          </a:p>
          <a:p>
            <a:r>
              <a:rPr lang="en-US" dirty="0" err="1"/>
              <a:t>Gurobi</a:t>
            </a:r>
            <a:r>
              <a:rPr lang="en-US" dirty="0"/>
              <a:t> has free academic licenses.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8103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Keyword argument "bound" defines the ranges for the variables. </a:t>
            </a:r>
          </a:p>
          <a:p>
            <a:r>
              <a:rPr lang="en-US" dirty="0"/>
              <a:t>Default bound is </a:t>
            </a:r>
            <a:r>
              <a:rPr lang="en-US" b="1" dirty="0"/>
              <a:t>(0, None)</a:t>
            </a:r>
            <a:r>
              <a:rPr lang="en-US" b="0" dirty="0"/>
              <a:t>, </a:t>
            </a:r>
            <a:r>
              <a:rPr lang="en-US" b="0" dirty="0" err="1"/>
              <a:t>ie</a:t>
            </a:r>
            <a:r>
              <a:rPr lang="en-US" b="0" dirty="0"/>
              <a:t> variables must be non-negative</a:t>
            </a:r>
          </a:p>
          <a:p>
            <a:r>
              <a:rPr lang="en-US" b="0" dirty="0"/>
              <a:t>Exact/amount of output of “print(res)” depends on the </a:t>
            </a:r>
            <a:r>
              <a:rPr lang="en-US" b="0" dirty="0" err="1"/>
              <a:t>scipy</a:t>
            </a:r>
            <a:r>
              <a:rPr lang="en-US" b="0" dirty="0"/>
              <a:t> version.</a:t>
            </a:r>
            <a:endParaRPr lang="da-DK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151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of problems typically covered in an optimization class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247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assume all variables should be non-negative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256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following 2 </a:t>
            </a:r>
            <a:r>
              <a:rPr lang="en-US"/>
              <a:t>slides are </a:t>
            </a:r>
            <a:r>
              <a:rPr lang="en-US" dirty="0"/>
              <a:t>just to scratch the surface of the possibilities with </a:t>
            </a:r>
            <a:r>
              <a:rPr lang="en-US" dirty="0" err="1"/>
              <a:t>Gurobi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8952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Extremely powerful technique to model and solve many optimization problems</a:t>
            </a:r>
          </a:p>
          <a:p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m.setParam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OutputFlag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0)  # Suppress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Gurobi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output (quite verbose)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GRB.BINARY, CONTINUOUS for 0,1 variables or normal continuous 0,infty variables; can change default bounds;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SEMICONT and SEMIINT allows 0 + a range.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Integer programming is NP-complete – i.e. in practice some instances can take exponential time, even for 0,1 variables only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https://en.wikipedia.org/wiki/Gurobi_Optimizer: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Gurobi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solve various types of optimization problems: linear programming (LP), quadratic programming (QP), quadratically constrained programming (QCP), mixed integer linear programming (MILP), mixed-integer quadratic programming (MIQP), and mixed-integer quadratically constrained programming (MIQCP)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531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300CE-6EA8-15B6-90FB-DADAA3757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412A8F-09E1-D99C-F753-33FDC9C7C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F1A076-2069-ED9F-FF60-0C2A9407B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84744-7BA2-FC9E-0F53-449930D230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346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8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7188" indent="-357188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1pPr>
            <a:lvl2pPr>
              <a:buClr>
                <a:srgbClr val="C00000"/>
              </a:buClr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7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4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5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7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7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1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0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4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A9CD-0304-4E0B-9E82-E7E0115DE05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9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x.doi.org/10.1016/S0169-7552(98)00110-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infolab.stanford.edu/pub/papers/google.pdf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oin-or.github.io/pulp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urobi.com/documentation/" TargetMode="External"/><Relationship Id="rId5" Type="http://schemas.openxmlformats.org/officeDocument/2006/relationships/hyperlink" Target="https://pypi.org/project/cplex/" TargetMode="External"/><Relationship Id="rId4" Type="http://schemas.openxmlformats.org/officeDocument/2006/relationships/hyperlink" Target="http://www.pyomo.org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cipy.org/doc/scipy/reference/generated/scipy.optimize.linprog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urobi.com/academia/academic-program-and-licenses/" TargetMode="External"/><Relationship Id="rId4" Type="http://schemas.openxmlformats.org/officeDocument/2006/relationships/hyperlink" Target="https://highs.dev/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urobi.com/getting-started" TargetMode="External"/><Relationship Id="rId3" Type="http://schemas.openxmlformats.org/officeDocument/2006/relationships/hyperlink" Target="https://www.gurobi.com/" TargetMode="External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urobi.com/product/download-center" TargetMode="External"/><Relationship Id="rId5" Type="http://schemas.openxmlformats.org/officeDocument/2006/relationships/hyperlink" Target="https://studerende.au.dk/en/it-support/" TargetMode="External"/><Relationship Id="rId4" Type="http://schemas.openxmlformats.org/officeDocument/2006/relationships/hyperlink" Target="https://www.gurobi.com/academia/academic-program-and-licens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013" y="2860042"/>
            <a:ext cx="8971342" cy="1325563"/>
          </a:xfrm>
        </p:spPr>
        <p:txBody>
          <a:bodyPr/>
          <a:lstStyle/>
          <a:p>
            <a:pPr algn="r"/>
            <a:r>
              <a:rPr lang="en-US" noProof="0" dirty="0"/>
              <a:t>Linear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3537" y="3920647"/>
            <a:ext cx="7433371" cy="2937353"/>
          </a:xfrm>
        </p:spPr>
        <p:txBody>
          <a:bodyPr>
            <a:normAutofit/>
          </a:bodyPr>
          <a:lstStyle/>
          <a:p>
            <a:r>
              <a:rPr lang="en-US" noProof="0" dirty="0"/>
              <a:t>Example </a:t>
            </a:r>
            <a:r>
              <a:rPr lang="en-US" noProof="0" dirty="0" err="1"/>
              <a:t>Numpy</a:t>
            </a:r>
            <a:r>
              <a:rPr lang="en-US" noProof="0" dirty="0"/>
              <a:t>: PageRank</a:t>
            </a:r>
          </a:p>
          <a:p>
            <a:r>
              <a:rPr lang="en-US" noProof="0" dirty="0"/>
              <a:t>Linear programming (LP): </a:t>
            </a:r>
            <a:r>
              <a:rPr lang="en-US" noProof="0" dirty="0" err="1"/>
              <a:t>scipy.optimize.linprog</a:t>
            </a:r>
            <a:endParaRPr lang="en-US" noProof="0" dirty="0"/>
          </a:p>
          <a:p>
            <a:r>
              <a:rPr lang="en-US" noProof="0" dirty="0"/>
              <a:t>Example linear programming: Maximum flow</a:t>
            </a:r>
          </a:p>
          <a:p>
            <a:r>
              <a:rPr lang="en-US" noProof="0" dirty="0"/>
              <a:t>Mixed integer linear programming (MILP)</a:t>
            </a:r>
          </a:p>
        </p:txBody>
      </p:sp>
    </p:spTree>
    <p:extLst>
      <p:ext uri="{BB962C8B-B14F-4D97-AF65-F5344CB8AC3E}">
        <p14:creationId xmlns:p14="http://schemas.microsoft.com/office/powerpoint/2010/main" val="3273395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DB2EA8-104B-68A1-A4EC-A051C241C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8169" y="586753"/>
            <a:ext cx="7208064" cy="56844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873" y="2075508"/>
            <a:ext cx="2704002" cy="1325563"/>
          </a:xfrm>
        </p:spPr>
        <p:txBody>
          <a:bodyPr/>
          <a:lstStyle/>
          <a:p>
            <a:pPr algn="ctr"/>
            <a:r>
              <a:rPr lang="en-US" noProof="0" dirty="0"/>
              <a:t>PageRank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2C0A59DF-A565-35E9-37FD-65F43FE5E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4" y="3309463"/>
            <a:ext cx="4142194" cy="1325563"/>
          </a:xfrm>
        </p:spPr>
        <p:txBody>
          <a:bodyPr>
            <a:normAutofit/>
          </a:bodyPr>
          <a:lstStyle/>
          <a:p>
            <a:r>
              <a:rPr lang="en-US" noProof="0" dirty="0"/>
              <a:t>Google's original search engine ranked webpages using </a:t>
            </a:r>
            <a:r>
              <a:rPr lang="en-US" noProof="0" dirty="0">
                <a:solidFill>
                  <a:srgbClr val="C00000"/>
                </a:solidFill>
              </a:rPr>
              <a:t>PageRank</a:t>
            </a:r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8C7EBF-524D-5AC8-4754-80FBEEE681C0}"/>
              </a:ext>
            </a:extLst>
          </p:cNvPr>
          <p:cNvSpPr txBox="1"/>
          <p:nvPr/>
        </p:nvSpPr>
        <p:spPr>
          <a:xfrm>
            <a:off x="6724" y="6330548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noProof="0" dirty="0"/>
              <a:t> Sergey Brin, Lawrence Page, </a:t>
            </a:r>
            <a:r>
              <a:rPr lang="en-US" sz="1400" i="1" noProof="0" dirty="0"/>
              <a:t>The Anatomy of a Large-Scale Hypertextual Web Search Engine</a:t>
            </a:r>
            <a:r>
              <a:rPr lang="en-US" sz="1400" noProof="0" dirty="0"/>
              <a:t>, Computer Networks (1998)</a:t>
            </a:r>
            <a:br>
              <a:rPr lang="en-US" sz="1400" noProof="0" dirty="0"/>
            </a:br>
            <a:r>
              <a:rPr lang="en-US" sz="1400" noProof="0" dirty="0"/>
              <a:t>DOI </a:t>
            </a:r>
            <a:r>
              <a:rPr lang="en-US" sz="1400" noProof="0" dirty="0">
                <a:hlinkClick r:id="rId3"/>
              </a:rPr>
              <a:t>10.1016/S0169-7552(98)00110-X</a:t>
            </a:r>
            <a:r>
              <a:rPr lang="en-US" sz="1400" noProof="0" dirty="0"/>
              <a:t> / </a:t>
            </a:r>
            <a:r>
              <a:rPr lang="en-US" sz="1400" noProof="0" dirty="0">
                <a:hlinkClick r:id="rId4"/>
              </a:rPr>
              <a:t>infolab.stanford.edu/pub/papers/google.pdf</a:t>
            </a:r>
            <a:endParaRPr lang="en-US" sz="1400" noProof="0" dirty="0"/>
          </a:p>
        </p:txBody>
      </p:sp>
    </p:spTree>
    <p:extLst>
      <p:ext uri="{BB962C8B-B14F-4D97-AF65-F5344CB8AC3E}">
        <p14:creationId xmlns:p14="http://schemas.microsoft.com/office/powerpoint/2010/main" val="3496017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4084" y="2957476"/>
            <a:ext cx="3939033" cy="26433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707" y="237804"/>
            <a:ext cx="11604585" cy="1325563"/>
          </a:xfrm>
        </p:spPr>
        <p:txBody>
          <a:bodyPr>
            <a:normAutofit/>
          </a:bodyPr>
          <a:lstStyle/>
          <a:p>
            <a:pPr algn="r"/>
            <a:r>
              <a:rPr lang="en-US" noProof="0" dirty="0"/>
              <a:t>PageRank - A NumPy / </a:t>
            </a:r>
            <a:r>
              <a:rPr lang="en-US" noProof="0" dirty="0" err="1"/>
              <a:t>Jupyter</a:t>
            </a:r>
            <a:r>
              <a:rPr lang="en-US" noProof="0" dirty="0"/>
              <a:t> / matplotlib example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30696" y="1737302"/>
            <a:ext cx="11025810" cy="1046239"/>
          </a:xfrm>
        </p:spPr>
        <p:txBody>
          <a:bodyPr>
            <a:normAutofit/>
          </a:bodyPr>
          <a:lstStyle/>
          <a:p>
            <a:r>
              <a:rPr lang="en-US" noProof="0" dirty="0"/>
              <a:t>View the internet as a graph where </a:t>
            </a:r>
            <a:r>
              <a:rPr lang="en-US" noProof="0" dirty="0">
                <a:solidFill>
                  <a:srgbClr val="C00000"/>
                </a:solidFill>
              </a:rPr>
              <a:t>nodes</a:t>
            </a:r>
            <a:r>
              <a:rPr lang="en-US" noProof="0" dirty="0"/>
              <a:t> correspond to webpages and </a:t>
            </a:r>
            <a:r>
              <a:rPr lang="en-US" noProof="0" dirty="0">
                <a:solidFill>
                  <a:srgbClr val="C00000"/>
                </a:solidFill>
              </a:rPr>
              <a:t>directed edges</a:t>
            </a:r>
            <a:r>
              <a:rPr lang="en-US" noProof="0" dirty="0"/>
              <a:t> to links from one webpage to another webpage </a:t>
            </a:r>
          </a:p>
        </p:txBody>
      </p:sp>
    </p:spTree>
    <p:extLst>
      <p:ext uri="{BB962C8B-B14F-4D97-AF65-F5344CB8AC3E}">
        <p14:creationId xmlns:p14="http://schemas.microsoft.com/office/powerpoint/2010/main" val="2655291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70152"/>
          </a:xfrm>
        </p:spPr>
        <p:txBody>
          <a:bodyPr/>
          <a:lstStyle/>
          <a:p>
            <a:pPr algn="ctr"/>
            <a:r>
              <a:rPr lang="en-US" noProof="0" dirty="0"/>
              <a:t>Five different ways to compute </a:t>
            </a:r>
            <a:br>
              <a:rPr lang="en-US" noProof="0" dirty="0"/>
            </a:br>
            <a:r>
              <a:rPr lang="en-US" noProof="0" dirty="0"/>
              <a:t>PageRank probabilities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791" y="2663226"/>
            <a:ext cx="8374626" cy="283486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noProof="0" dirty="0"/>
              <a:t>Simulate random process manually by rolling dices</a:t>
            </a:r>
          </a:p>
          <a:p>
            <a:pPr marL="514350" indent="-514350">
              <a:buFont typeface="+mj-lt"/>
              <a:buAutoNum type="arabicParenR"/>
            </a:pPr>
            <a:r>
              <a:rPr lang="en-US" noProof="0" dirty="0"/>
              <a:t>Simulate random process in Python</a:t>
            </a:r>
          </a:p>
          <a:p>
            <a:pPr marL="514350" indent="-514350">
              <a:buFont typeface="+mj-lt"/>
              <a:buAutoNum type="arabicParenR"/>
            </a:pPr>
            <a:r>
              <a:rPr lang="en-US" noProof="0" dirty="0"/>
              <a:t>Computing probabilities using matrix multiplication</a:t>
            </a:r>
          </a:p>
          <a:p>
            <a:pPr marL="514350" indent="-514350">
              <a:buFont typeface="+mj-lt"/>
              <a:buAutoNum type="arabicParenR"/>
            </a:pPr>
            <a:r>
              <a:rPr lang="en-US" noProof="0" dirty="0"/>
              <a:t>Repeated matrix squaring</a:t>
            </a:r>
          </a:p>
          <a:p>
            <a:pPr marL="514350" indent="-514350">
              <a:buFont typeface="+mj-lt"/>
              <a:buAutoNum type="arabicParenR"/>
            </a:pPr>
            <a:r>
              <a:rPr lang="en-US" noProof="0" dirty="0"/>
              <a:t>Eigenvector for  λ = 1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803727" y="4677689"/>
            <a:ext cx="2792916" cy="1874255"/>
            <a:chOff x="8792860" y="2628237"/>
            <a:chExt cx="2792916" cy="187425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92860" y="2628237"/>
              <a:ext cx="2792916" cy="1874255"/>
            </a:xfrm>
            <a:prstGeom prst="rect">
              <a:avLst/>
            </a:prstGeom>
            <a:solidFill>
              <a:schemeClr val="bg1"/>
            </a:solidFill>
            <a:ln w="19050"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8874887" y="3658129"/>
              <a:ext cx="176514" cy="683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9423720" y="3931180"/>
              <a:ext cx="176514" cy="683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0536819" y="3226170"/>
              <a:ext cx="176514" cy="683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143526" y="3091213"/>
              <a:ext cx="176514" cy="683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0780853" y="3433712"/>
              <a:ext cx="176514" cy="683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1207668" y="3836391"/>
              <a:ext cx="176514" cy="683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3906" y="2227936"/>
            <a:ext cx="1732559" cy="111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507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Random surfer model (simplified)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79261" cy="50226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The PageRank of a node (web page) is the fraction</a:t>
            </a:r>
            <a:br>
              <a:rPr lang="en-US" sz="2400" noProof="0" dirty="0"/>
            </a:br>
            <a:r>
              <a:rPr lang="en-US" sz="2400" noProof="0" dirty="0"/>
              <a:t>of the time one visits a node by performing an </a:t>
            </a:r>
            <a:br>
              <a:rPr lang="en-US" sz="2400" noProof="0" dirty="0"/>
            </a:br>
            <a:r>
              <a:rPr lang="en-US" sz="2400" i="1" noProof="0" dirty="0"/>
              <a:t>infinite random traversal</a:t>
            </a:r>
            <a:r>
              <a:rPr lang="en-US" sz="2400" noProof="0" dirty="0"/>
              <a:t> of the graph starting</a:t>
            </a:r>
            <a:br>
              <a:rPr lang="en-US" sz="2400" noProof="0" dirty="0"/>
            </a:br>
            <a:r>
              <a:rPr lang="en-US" sz="2400" noProof="0" dirty="0"/>
              <a:t>at node 1, and in each step</a:t>
            </a:r>
            <a:br>
              <a:rPr lang="en-US" sz="2400" noProof="0" dirty="0"/>
            </a:br>
            <a:endParaRPr lang="en-US" sz="2400" noProof="0" dirty="0"/>
          </a:p>
          <a:p>
            <a:r>
              <a:rPr lang="en-US" sz="2400" noProof="0" dirty="0"/>
              <a:t>with </a:t>
            </a:r>
            <a:r>
              <a:rPr lang="en-US" sz="2400" noProof="0" dirty="0">
                <a:solidFill>
                  <a:srgbClr val="C00000"/>
                </a:solidFill>
              </a:rPr>
              <a:t>probability 1/6 </a:t>
            </a:r>
            <a:r>
              <a:rPr lang="en-US" sz="2400" noProof="0" dirty="0"/>
              <a:t>jumps to a </a:t>
            </a:r>
            <a:r>
              <a:rPr lang="en-US" sz="2400" noProof="0" dirty="0">
                <a:solidFill>
                  <a:srgbClr val="C00000"/>
                </a:solidFill>
              </a:rPr>
              <a:t>random page </a:t>
            </a:r>
            <a:br>
              <a:rPr lang="en-US" sz="2400" noProof="0" dirty="0"/>
            </a:br>
            <a:r>
              <a:rPr lang="en-US" sz="2400" noProof="0" dirty="0"/>
              <a:t>(probability 1/6 for each node)</a:t>
            </a:r>
          </a:p>
          <a:p>
            <a:r>
              <a:rPr lang="en-US" sz="2400" noProof="0" dirty="0"/>
              <a:t>with </a:t>
            </a:r>
            <a:r>
              <a:rPr lang="en-US" sz="2400" noProof="0" dirty="0">
                <a:solidFill>
                  <a:srgbClr val="C00000"/>
                </a:solidFill>
              </a:rPr>
              <a:t>probability 5/6 </a:t>
            </a:r>
            <a:r>
              <a:rPr lang="en-US" sz="2400" noProof="0" dirty="0"/>
              <a:t>follows an </a:t>
            </a:r>
            <a:r>
              <a:rPr lang="en-US" sz="2400" noProof="0" dirty="0">
                <a:solidFill>
                  <a:srgbClr val="C00000"/>
                </a:solidFill>
              </a:rPr>
              <a:t>outgoing edge</a:t>
            </a:r>
            <a:br>
              <a:rPr lang="en-US" sz="2400" noProof="0" dirty="0"/>
            </a:br>
            <a:r>
              <a:rPr lang="en-US" sz="2400" noProof="0" dirty="0"/>
              <a:t>to an adjacent node (selected uniformly)</a:t>
            </a:r>
            <a:br>
              <a:rPr lang="en-US" sz="2400" noProof="0" dirty="0"/>
            </a:br>
            <a:endParaRPr lang="en-US" sz="2400" noProof="0" dirty="0"/>
          </a:p>
          <a:p>
            <a:pPr marL="0" indent="0">
              <a:buNone/>
            </a:pPr>
            <a:r>
              <a:rPr lang="en-US" sz="2000" noProof="0" dirty="0"/>
              <a:t>The above can be simulated by using a dice: Roll a </a:t>
            </a:r>
            <a:r>
              <a:rPr lang="en-US" sz="2000" i="1" noProof="0" dirty="0"/>
              <a:t>dice</a:t>
            </a:r>
            <a:r>
              <a:rPr lang="en-US" sz="2000" noProof="0" dirty="0"/>
              <a:t>. If it shows 6, jump to a random page by rolling the dice again to figure out which node to jump to. If the dice shows 1-5, follow an outgoing edge - if two outgoing edges roll the dice again and go to the lower number neighbor if it is odd.</a:t>
            </a:r>
          </a:p>
          <a:p>
            <a:endParaRPr lang="en-US" noProof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6775" y="1823354"/>
            <a:ext cx="4664597" cy="313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861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695" y="174638"/>
            <a:ext cx="9639276" cy="64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984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711075"/>
              </p:ext>
            </p:extLst>
          </p:nvPr>
        </p:nvGraphicFramePr>
        <p:xfrm>
          <a:off x="246168" y="1372944"/>
          <a:ext cx="11708263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826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73842">
                <a:tc>
                  <a:txBody>
                    <a:bodyPr/>
                    <a:lstStyle/>
                    <a:p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pagerank.ipynb</a:t>
                      </a:r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4472936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</a:p>
                    <a:p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Adjacency matrix of the directed graph in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the figure</a:t>
                      </a:r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(note that the rows/columns are 0-indexed, whereas in the figure the nodes are 1-indexed)</a:t>
                      </a:r>
                    </a:p>
                    <a:p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# 1  2  3  4  5  6 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 =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np.array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([[0, 1, 0, 0, 0, 0],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1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[0, 0, 0, 1, 0, 0],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2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[1, 1, 0, 0, 0, 0],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3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[0, 1, 0, 0, 1, 0],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4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[0, 1, 0, 0, 0, 1],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5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[0, 1, 0, 0, 0, 0]])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6</a:t>
                      </a:r>
                    </a:p>
                    <a:p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 =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.shape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[0]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number of rows in 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degree =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np.sum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(G, axis=1,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keepdims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=True)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column vector with row sums = out-degrees</a:t>
                      </a:r>
                    </a:p>
                    <a:p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The below code handles sinks, i.e. nodes with out-degree zero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 effect on the graph above)</a:t>
                      </a:r>
                    </a:p>
                    <a:p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 = G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(degree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0)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add edges from sinks to all nodes (uses broadcasting) 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degree =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np.sum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(G, axis=1,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keepdims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=True)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 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8239999" y="2983861"/>
            <a:ext cx="2792916" cy="1874255"/>
            <a:chOff x="8792860" y="2628237"/>
            <a:chExt cx="2792916" cy="1874255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92860" y="2628237"/>
              <a:ext cx="2792916" cy="187425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</p:pic>
        <p:sp>
          <p:nvSpPr>
            <p:cNvPr id="8" name="Rectangle 7"/>
            <p:cNvSpPr/>
            <p:nvPr/>
          </p:nvSpPr>
          <p:spPr>
            <a:xfrm>
              <a:off x="8874887" y="3645430"/>
              <a:ext cx="176514" cy="683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9423720" y="3931180"/>
              <a:ext cx="176514" cy="683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0536819" y="3213471"/>
              <a:ext cx="176514" cy="683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1143526" y="3091213"/>
              <a:ext cx="176514" cy="683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780853" y="3433712"/>
              <a:ext cx="176514" cy="683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1207668" y="3836391"/>
              <a:ext cx="176514" cy="683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6" name="Title 1"/>
          <p:cNvSpPr txBox="1">
            <a:spLocks/>
          </p:cNvSpPr>
          <p:nvPr/>
        </p:nvSpPr>
        <p:spPr>
          <a:xfrm>
            <a:off x="306684" y="79771"/>
            <a:ext cx="10515600" cy="1433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Adjacency matrix and degree vector</a:t>
            </a:r>
          </a:p>
        </p:txBody>
      </p:sp>
    </p:spTree>
    <p:extLst>
      <p:ext uri="{BB962C8B-B14F-4D97-AF65-F5344CB8AC3E}">
        <p14:creationId xmlns:p14="http://schemas.microsoft.com/office/powerpoint/2010/main" val="4134781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146995"/>
              </p:ext>
            </p:extLst>
          </p:nvPr>
        </p:nvGraphicFramePr>
        <p:xfrm>
          <a:off x="272399" y="1347995"/>
          <a:ext cx="11647202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7202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32453">
                <a:tc>
                  <a:txBody>
                    <a:bodyPr/>
                    <a:lstStyle/>
                    <a:p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pagerank.ipynb</a:t>
                      </a:r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373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random import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randint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choice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STEPS = 1000000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adjacency_list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[i] is a list of all j where (i, j) is an edge of the graph.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adjacency_list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[[j for j, e in enumerate(row) if e] for row in G]</a:t>
                      </a:r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 =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np.zeros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(n)       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histogram over number of node visits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state = 0                 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start at node with index 0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_ in range(STEPS):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count[state] += 1     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increment count for state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randint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6) == 6: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original paper uses 15% instead of 1/6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state =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randint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(0, 5)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else: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state = choice(</a:t>
                      </a:r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adjacency_list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[state])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print(f'{</a:t>
                      </a:r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adjacency_list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}'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count / STEPS,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sep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='\n')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3245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232453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adjacency_list</a:t>
                      </a: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[[1], [3], [0, 1], [1, 4], [1, 5], [1]]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[0.039365 0.353211 0.02751  0.322593 0.1623   0.095021]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 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8991391" y="4185121"/>
            <a:ext cx="2792916" cy="1874255"/>
            <a:chOff x="8792860" y="2628237"/>
            <a:chExt cx="2792916" cy="1874255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92860" y="2628237"/>
              <a:ext cx="2792916" cy="187425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</p:pic>
        <p:sp>
          <p:nvSpPr>
            <p:cNvPr id="8" name="Rectangle 7"/>
            <p:cNvSpPr/>
            <p:nvPr/>
          </p:nvSpPr>
          <p:spPr>
            <a:xfrm>
              <a:off x="8874887" y="3638879"/>
              <a:ext cx="176514" cy="683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9423720" y="3931180"/>
              <a:ext cx="176514" cy="683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0536819" y="3218230"/>
              <a:ext cx="176514" cy="683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1143526" y="3079783"/>
              <a:ext cx="176514" cy="683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780853" y="3433712"/>
              <a:ext cx="176514" cy="683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1207668" y="3836391"/>
              <a:ext cx="176514" cy="683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6" name="Title 1"/>
          <p:cNvSpPr txBox="1">
            <a:spLocks/>
          </p:cNvSpPr>
          <p:nvPr/>
        </p:nvSpPr>
        <p:spPr>
          <a:xfrm>
            <a:off x="306684" y="79771"/>
            <a:ext cx="10515600" cy="1433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Simulate random walk (random surfer model)</a:t>
            </a:r>
          </a:p>
        </p:txBody>
      </p:sp>
    </p:spTree>
    <p:extLst>
      <p:ext uri="{BB962C8B-B14F-4D97-AF65-F5344CB8AC3E}">
        <p14:creationId xmlns:p14="http://schemas.microsoft.com/office/powerpoint/2010/main" val="3711897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671438"/>
              </p:ext>
            </p:extLst>
          </p:nvPr>
        </p:nvGraphicFramePr>
        <p:xfrm>
          <a:off x="306684" y="1877685"/>
          <a:ext cx="4299601" cy="2065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9601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9744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pagerank.ipynb</a:t>
                      </a:r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7298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plt.bar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(range(1, 7), count)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('Random Walk')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plt.xlabel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('node')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plt.ylabel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('number of visits')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 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06684" y="79771"/>
            <a:ext cx="10515600" cy="1433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Simulate random walk (random surfer model)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060026" y="4443885"/>
            <a:ext cx="2792916" cy="1874255"/>
            <a:chOff x="8792860" y="2633000"/>
            <a:chExt cx="2792916" cy="187425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92860" y="2633000"/>
              <a:ext cx="2792916" cy="1874255"/>
            </a:xfrm>
            <a:prstGeom prst="rect">
              <a:avLst/>
            </a:prstGeom>
            <a:solidFill>
              <a:schemeClr val="bg1"/>
            </a:solidFill>
            <a:ln w="19050">
              <a:noFill/>
            </a:ln>
          </p:spPr>
        </p:pic>
        <p:sp>
          <p:nvSpPr>
            <p:cNvPr id="10" name="Rectangle 9"/>
            <p:cNvSpPr/>
            <p:nvPr/>
          </p:nvSpPr>
          <p:spPr>
            <a:xfrm>
              <a:off x="8874887" y="3647013"/>
              <a:ext cx="176514" cy="683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423720" y="3937532"/>
              <a:ext cx="176514" cy="683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536819" y="3215054"/>
              <a:ext cx="176514" cy="683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1151466" y="3091213"/>
              <a:ext cx="176514" cy="683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780853" y="3433712"/>
              <a:ext cx="176514" cy="683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1207668" y="3836391"/>
              <a:ext cx="176514" cy="683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7AAEFEA-EAF3-1CEA-0C9D-06365AE5A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5917" y="1579546"/>
            <a:ext cx="6217452" cy="473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16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078071"/>
              </p:ext>
            </p:extLst>
          </p:nvPr>
        </p:nvGraphicFramePr>
        <p:xfrm>
          <a:off x="1423687" y="2412379"/>
          <a:ext cx="959516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516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300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pagerank.ipynb</a:t>
                      </a:r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4744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=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 / degree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Normalize row sums to one. Note that 'degree'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# is an n x 1 matrix, whereas G is an n x n matrix.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# The elementwise division is repeated for each column of 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print(A)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300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603172">
                <a:tc>
                  <a:txBody>
                    <a:bodyPr/>
                    <a:lstStyle/>
                    <a:p>
                      <a:pPr marL="266700" indent="-266700"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[[0.  1.  0.  0.  0.  0. ]</a:t>
                      </a:r>
                      <a:b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[0.  0.  0.  1.  0.  0. ]</a:t>
                      </a:r>
                      <a:b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[0.5 0.5 0.  0.  0.  0. ]</a:t>
                      </a:r>
                      <a:b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[0.  0.5 0.  0.  0.5 0. ]</a:t>
                      </a:r>
                      <a:b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[0.  0.5 0.  0.  0.  0.5]</a:t>
                      </a:r>
                      <a:b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[0.  1.  0.  0.  0.  0. ]]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Transition matrix </a:t>
            </a:r>
            <a:r>
              <a:rPr lang="en-US" i="1" noProof="0" dirty="0"/>
              <a:t>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3BDD816-BFB6-D183-812C-2770D5B6C160}"/>
              </a:ext>
            </a:extLst>
          </p:cNvPr>
          <p:cNvGrpSpPr/>
          <p:nvPr/>
        </p:nvGrpSpPr>
        <p:grpSpPr>
          <a:xfrm>
            <a:off x="6577721" y="4642129"/>
            <a:ext cx="2792916" cy="1874255"/>
            <a:chOff x="8792860" y="2628237"/>
            <a:chExt cx="2792916" cy="187425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896583B-FBA5-149C-5CB8-61202017A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92860" y="2628237"/>
              <a:ext cx="2792916" cy="187425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5E910A7-655B-7BA3-33EB-717DAA3ED4F1}"/>
                </a:ext>
              </a:extLst>
            </p:cNvPr>
            <p:cNvSpPr/>
            <p:nvPr/>
          </p:nvSpPr>
          <p:spPr>
            <a:xfrm>
              <a:off x="8874887" y="3647013"/>
              <a:ext cx="176514" cy="683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8C4F0B9-6C44-D81C-B2F7-DC74B7005549}"/>
                </a:ext>
              </a:extLst>
            </p:cNvPr>
            <p:cNvSpPr/>
            <p:nvPr/>
          </p:nvSpPr>
          <p:spPr>
            <a:xfrm>
              <a:off x="9423720" y="3931180"/>
              <a:ext cx="176514" cy="683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F4CE2ED-D98C-BF4A-919E-D7C8A1D0B484}"/>
                </a:ext>
              </a:extLst>
            </p:cNvPr>
            <p:cNvSpPr/>
            <p:nvPr/>
          </p:nvSpPr>
          <p:spPr>
            <a:xfrm>
              <a:off x="10536819" y="3216643"/>
              <a:ext cx="176514" cy="683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7AA8A20-D900-7E34-8517-745072F495B9}"/>
                </a:ext>
              </a:extLst>
            </p:cNvPr>
            <p:cNvSpPr/>
            <p:nvPr/>
          </p:nvSpPr>
          <p:spPr>
            <a:xfrm>
              <a:off x="11151466" y="3091213"/>
              <a:ext cx="176514" cy="683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BD67874-C0FE-4495-BEC4-401DBE7DDE6F}"/>
                </a:ext>
              </a:extLst>
            </p:cNvPr>
            <p:cNvSpPr/>
            <p:nvPr/>
          </p:nvSpPr>
          <p:spPr>
            <a:xfrm>
              <a:off x="10780853" y="3433712"/>
              <a:ext cx="176514" cy="683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78F2AE-E081-AFE0-1F0F-A10E6538B3B7}"/>
                </a:ext>
              </a:extLst>
            </p:cNvPr>
            <p:cNvSpPr/>
            <p:nvPr/>
          </p:nvSpPr>
          <p:spPr>
            <a:xfrm>
              <a:off x="11207668" y="3836391"/>
              <a:ext cx="176514" cy="683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989879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85" y="149267"/>
            <a:ext cx="10367058" cy="1325563"/>
          </a:xfrm>
        </p:spPr>
        <p:txBody>
          <a:bodyPr/>
          <a:lstStyle/>
          <a:p>
            <a:r>
              <a:rPr lang="en-US" noProof="0" dirty="0"/>
              <a:t>Repeated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03185" y="1650227"/>
                <a:ext cx="5544273" cy="50519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noProof="0" dirty="0"/>
                  <a:t>We now want to compute the </a:t>
                </a:r>
                <a:r>
                  <a:rPr lang="en-US" sz="2000" noProof="0" dirty="0">
                    <a:solidFill>
                      <a:srgbClr val="C00000"/>
                    </a:solidFill>
                  </a:rPr>
                  <a:t>probability</a:t>
                </a:r>
                <a:r>
                  <a:rPr lang="en-US" sz="2000" noProof="0" dirty="0"/>
                  <a:t> </a:t>
                </a:r>
                <a:r>
                  <a:rPr lang="en-US" sz="2000" i="1" noProof="0" dirty="0">
                    <a:solidFill>
                      <a:srgbClr val="C00000"/>
                    </a:solidFill>
                  </a:rPr>
                  <a:t>p</a:t>
                </a:r>
                <a:r>
                  <a:rPr lang="en-US" sz="2000" baseline="30000" noProof="0" dirty="0">
                    <a:solidFill>
                      <a:srgbClr val="C00000"/>
                    </a:solidFill>
                  </a:rPr>
                  <a:t>(</a:t>
                </a:r>
                <a:r>
                  <a:rPr lang="en-US" sz="2000" i="1" baseline="30000" noProof="0" dirty="0">
                    <a:solidFill>
                      <a:srgbClr val="C00000"/>
                    </a:solidFill>
                  </a:rPr>
                  <a:t>i</a:t>
                </a:r>
                <a:r>
                  <a:rPr lang="en-US" sz="2000" baseline="30000" noProof="0" dirty="0">
                    <a:solidFill>
                      <a:srgbClr val="C00000"/>
                    </a:solidFill>
                  </a:rPr>
                  <a:t>)</a:t>
                </a:r>
                <a:r>
                  <a:rPr lang="en-US" sz="2000" i="1" baseline="-25000" noProof="0" dirty="0">
                    <a:solidFill>
                      <a:srgbClr val="C00000"/>
                    </a:solidFill>
                  </a:rPr>
                  <a:t>j</a:t>
                </a:r>
                <a:r>
                  <a:rPr lang="en-US" sz="2000" noProof="0" dirty="0"/>
                  <a:t> to be in vertex </a:t>
                </a:r>
                <a:r>
                  <a:rPr lang="en-US" sz="2000" i="1" noProof="0" dirty="0"/>
                  <a:t>j</a:t>
                </a:r>
                <a:r>
                  <a:rPr lang="en-US" sz="2000" noProof="0" dirty="0"/>
                  <a:t> after </a:t>
                </a:r>
                <a:r>
                  <a:rPr lang="en-US" sz="2000" i="1" noProof="0" dirty="0"/>
                  <a:t>i</a:t>
                </a:r>
                <a:r>
                  <a:rPr lang="en-US" sz="2000" noProof="0" dirty="0"/>
                  <a:t> steps. Let </a:t>
                </a:r>
                <a:r>
                  <a:rPr lang="en-US" sz="2000" i="1" noProof="0" dirty="0"/>
                  <a:t>p</a:t>
                </a:r>
                <a:r>
                  <a:rPr lang="en-US" sz="2000" baseline="30000" noProof="0" dirty="0"/>
                  <a:t>(</a:t>
                </a:r>
                <a:r>
                  <a:rPr lang="en-US" sz="2000" i="1" baseline="30000" noProof="0" dirty="0"/>
                  <a:t>i</a:t>
                </a:r>
                <a:r>
                  <a:rPr lang="en-US" sz="2000" baseline="30000" noProof="0" dirty="0"/>
                  <a:t>)</a:t>
                </a:r>
                <a:r>
                  <a:rPr lang="en-US" sz="2000" noProof="0" dirty="0"/>
                  <a:t> = (</a:t>
                </a:r>
                <a:r>
                  <a:rPr lang="en-US" sz="2000" i="1" noProof="0" dirty="0"/>
                  <a:t>p</a:t>
                </a:r>
                <a:r>
                  <a:rPr lang="en-US" sz="2000" baseline="30000" noProof="0" dirty="0"/>
                  <a:t>(</a:t>
                </a:r>
                <a:r>
                  <a:rPr lang="en-US" sz="2000" i="1" baseline="30000" noProof="0" dirty="0"/>
                  <a:t>i</a:t>
                </a:r>
                <a:r>
                  <a:rPr lang="en-US" sz="2000" baseline="30000" noProof="0" dirty="0"/>
                  <a:t>)</a:t>
                </a:r>
                <a:r>
                  <a:rPr lang="en-US" sz="2000" baseline="-25000" noProof="0" dirty="0"/>
                  <a:t>0</a:t>
                </a:r>
                <a:r>
                  <a:rPr lang="en-US" sz="2000" noProof="0" dirty="0"/>
                  <a:t>, … , </a:t>
                </a:r>
                <a:r>
                  <a:rPr lang="en-US" sz="2000" i="1" noProof="0" dirty="0"/>
                  <a:t>p</a:t>
                </a:r>
                <a:r>
                  <a:rPr lang="en-US" sz="2000" baseline="30000" noProof="0" dirty="0"/>
                  <a:t>(</a:t>
                </a:r>
                <a:r>
                  <a:rPr lang="en-US" sz="2000" i="1" baseline="30000" noProof="0" dirty="0"/>
                  <a:t>i</a:t>
                </a:r>
                <a:r>
                  <a:rPr lang="en-US" sz="2000" baseline="30000" noProof="0" dirty="0"/>
                  <a:t>)</a:t>
                </a:r>
                <a:r>
                  <a:rPr lang="en-US" sz="2000" i="1" baseline="-25000" noProof="0" dirty="0"/>
                  <a:t>n</a:t>
                </a:r>
                <a:r>
                  <a:rPr lang="en-US" sz="2000" baseline="-25000" noProof="0" dirty="0"/>
                  <a:t>−1</a:t>
                </a:r>
                <a:r>
                  <a:rPr lang="en-US" sz="2000" noProof="0" dirty="0"/>
                  <a:t>).</a:t>
                </a:r>
              </a:p>
              <a:p>
                <a:pPr marL="0" indent="0">
                  <a:buNone/>
                </a:pPr>
                <a:r>
                  <a:rPr lang="en-US" sz="2000" noProof="0" dirty="0"/>
                  <a:t>Initially we have </a:t>
                </a:r>
                <a:r>
                  <a:rPr lang="en-US" sz="2000" i="1" noProof="0" dirty="0"/>
                  <a:t>p</a:t>
                </a:r>
                <a:r>
                  <a:rPr lang="en-US" sz="2000" baseline="30000" noProof="0" dirty="0"/>
                  <a:t>(0) </a:t>
                </a:r>
                <a:r>
                  <a:rPr lang="en-US" sz="2000" noProof="0" dirty="0"/>
                  <a:t>= (1, 0, … , 0). </a:t>
                </a:r>
              </a:p>
              <a:p>
                <a:pPr marL="0" indent="0">
                  <a:buNone/>
                </a:pPr>
                <a:r>
                  <a:rPr lang="en-US" sz="2000" noProof="0" dirty="0"/>
                  <a:t>We compute a matrix </a:t>
                </a:r>
                <a:r>
                  <a:rPr lang="en-US" sz="2000" i="1" noProof="0" dirty="0"/>
                  <a:t>M</a:t>
                </a:r>
                <a:r>
                  <a:rPr lang="en-US" sz="2000" noProof="0" dirty="0"/>
                  <a:t>, such that </a:t>
                </a:r>
                <a:r>
                  <a:rPr lang="en-US" sz="2000" i="1" noProof="0" dirty="0">
                    <a:solidFill>
                      <a:srgbClr val="C00000"/>
                    </a:solidFill>
                  </a:rPr>
                  <a:t>p</a:t>
                </a:r>
                <a:r>
                  <a:rPr lang="en-US" sz="2000" baseline="30000" noProof="0" dirty="0">
                    <a:solidFill>
                      <a:srgbClr val="C00000"/>
                    </a:solidFill>
                  </a:rPr>
                  <a:t>(</a:t>
                </a:r>
                <a:r>
                  <a:rPr lang="en-US" sz="2000" i="1" baseline="30000" noProof="0" dirty="0">
                    <a:solidFill>
                      <a:srgbClr val="C00000"/>
                    </a:solidFill>
                  </a:rPr>
                  <a:t>i</a:t>
                </a:r>
                <a:r>
                  <a:rPr lang="en-US" sz="2000" baseline="30000" noProof="0" dirty="0">
                    <a:solidFill>
                      <a:srgbClr val="C00000"/>
                    </a:solidFill>
                  </a:rPr>
                  <a:t>)</a:t>
                </a:r>
                <a:r>
                  <a:rPr lang="en-US" sz="2000" noProof="0" dirty="0">
                    <a:solidFill>
                      <a:srgbClr val="C00000"/>
                    </a:solidFill>
                  </a:rPr>
                  <a:t> = </a:t>
                </a:r>
                <a:r>
                  <a:rPr lang="en-US" sz="2000" i="1" noProof="0" dirty="0">
                    <a:solidFill>
                      <a:srgbClr val="C00000"/>
                    </a:solidFill>
                  </a:rPr>
                  <a:t>M</a:t>
                </a:r>
                <a:r>
                  <a:rPr lang="en-US" sz="2000" i="1" baseline="30000" noProof="0" dirty="0">
                    <a:solidFill>
                      <a:srgbClr val="C00000"/>
                    </a:solidFill>
                  </a:rPr>
                  <a:t>i </a:t>
                </a:r>
                <a:r>
                  <a:rPr lang="en-US" sz="2000" noProof="0" dirty="0">
                    <a:solidFill>
                      <a:srgbClr val="C00000"/>
                    </a:solidFill>
                  </a:rPr>
                  <a:t>∙ </a:t>
                </a:r>
                <a:r>
                  <a:rPr lang="en-US" sz="2000" i="1" noProof="0" dirty="0">
                    <a:solidFill>
                      <a:srgbClr val="C00000"/>
                    </a:solidFill>
                  </a:rPr>
                  <a:t>p</a:t>
                </a:r>
                <a:r>
                  <a:rPr lang="en-US" sz="2000" baseline="30000" noProof="0" dirty="0">
                    <a:solidFill>
                      <a:srgbClr val="C00000"/>
                    </a:solidFill>
                  </a:rPr>
                  <a:t>(0)</a:t>
                </a:r>
                <a:r>
                  <a:rPr lang="en-US" sz="2000" noProof="0" dirty="0"/>
                  <a:t> (assuming </a:t>
                </a:r>
                <a:r>
                  <a:rPr lang="en-US" sz="2000" i="1" noProof="0" dirty="0"/>
                  <a:t>p</a:t>
                </a:r>
                <a:r>
                  <a:rPr lang="en-US" sz="2000" baseline="30000" noProof="0" dirty="0"/>
                  <a:t>(0) </a:t>
                </a:r>
                <a:r>
                  <a:rPr lang="en-US" sz="2000" noProof="0" dirty="0"/>
                  <a:t> is a column vector). </a:t>
                </a:r>
              </a:p>
              <a:p>
                <a:pPr marL="0" indent="0">
                  <a:buNone/>
                </a:pPr>
                <a:r>
                  <a:rPr lang="en-US" sz="2000" noProof="0" dirty="0"/>
                  <a:t>If we let </a:t>
                </a:r>
                <a:r>
                  <a:rPr lang="en-US" sz="2000" b="1" noProof="0" dirty="0"/>
                  <a:t>1</a:t>
                </a:r>
                <a:r>
                  <a:rPr lang="en-US" sz="2000" b="1" i="1" baseline="-25000" noProof="0" dirty="0"/>
                  <a:t>n</a:t>
                </a:r>
                <a:r>
                  <a:rPr lang="en-US" sz="2000" noProof="0" dirty="0"/>
                  <a:t> denote the </a:t>
                </a:r>
                <a:r>
                  <a:rPr lang="en-US" sz="2000" i="1" noProof="0" dirty="0"/>
                  <a:t>n </a:t>
                </a:r>
                <a:r>
                  <a:rPr lang="en-US" sz="2000" noProof="0" dirty="0"/>
                  <a:t>× </a:t>
                </a:r>
                <a:r>
                  <a:rPr lang="en-US" sz="2000" i="1" noProof="0" dirty="0"/>
                  <a:t>n</a:t>
                </a:r>
                <a:r>
                  <a:rPr lang="en-US" sz="2000" noProof="0" dirty="0"/>
                  <a:t> matrix with 1 in each entry, then </a:t>
                </a:r>
                <a:r>
                  <a:rPr lang="en-US" sz="2000" i="1" noProof="0" dirty="0"/>
                  <a:t>M</a:t>
                </a:r>
                <a:r>
                  <a:rPr lang="en-US" sz="2000" noProof="0" dirty="0"/>
                  <a:t> can be computed as:</a:t>
                </a:r>
                <a:br>
                  <a:rPr lang="en-US" sz="2000" noProof="0" dirty="0"/>
                </a:br>
                <a:endParaRPr lang="en-US" sz="2000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sz="2000" i="1" noProof="0" smtClean="0"/>
                            <m:t>p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b="0" i="1" noProof="0" smtClean="0"/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sz="2000" i="0" noProof="0" smtClean="0"/>
                            <m:t>(</m:t>
                          </m:r>
                          <m:r>
                            <m:rPr>
                              <m:nor/>
                            </m:rPr>
                            <a:rPr lang="en-US" sz="2000" i="1" noProof="0" smtClean="0"/>
                            <m:t>i</m:t>
                          </m:r>
                          <m:r>
                            <m:rPr>
                              <m:nor/>
                            </m:rPr>
                            <a:rPr lang="en-US" sz="2000" b="0" i="0" noProof="0" smtClean="0"/>
                            <m:t>+1</m:t>
                          </m:r>
                          <m:r>
                            <m:rPr>
                              <m:nor/>
                            </m:rPr>
                            <a:rPr lang="en-US" sz="2000" i="0" noProof="0" smtClean="0"/>
                            <m:t>)</m:t>
                          </m:r>
                        </m:sup>
                      </m:sSubSup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i="0" noProof="0" smtClean="0"/>
                        <m:t>=</m:t>
                      </m:r>
                      <m:r>
                        <m:rPr>
                          <m:nor/>
                        </m:rPr>
                        <a:rPr lang="en-US" sz="2000" b="0" i="0" noProof="0" smtClean="0"/>
                        <m:t> </m:t>
                      </m:r>
                      <m:f>
                        <m:f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000" b="0" i="0" noProof="0" smtClean="0"/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000" b="0" i="0" noProof="0" smtClean="0"/>
                            <m:t>6</m:t>
                          </m:r>
                        </m:den>
                      </m:f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000" b="0" i="0" noProof="0" smtClean="0"/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000" b="0" i="1" noProof="0" smtClean="0"/>
                            <m:t>n</m:t>
                          </m:r>
                        </m:den>
                      </m:f>
                      <m:r>
                        <m:rPr>
                          <m:nor/>
                        </m:rPr>
                        <a:rPr lang="en-US" sz="2000" b="0" i="0" noProof="0" smtClean="0"/>
                        <m:t>+</m:t>
                      </m:r>
                      <m:f>
                        <m:f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000" b="0" i="0" noProof="0" smtClean="0"/>
                            <m:t>5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000" b="0" i="0" noProof="0" smtClean="0"/>
                            <m:t>6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  <m:brk m:alnAt="23"/>
                            </m:rPr>
                            <a:rPr lang="en-US" sz="2000" b="0" i="1" noProof="0" smtClean="0"/>
                            <m:t>k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sz="2000" b="0" i="1" noProof="0" smtClean="0"/>
                                <m:t>p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000" b="0" i="1" noProof="0" smtClean="0"/>
                                <m:t>k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sz="2000" b="0" i="0" noProof="0" smtClean="0"/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sz="2000" b="0" i="1" noProof="0" smtClean="0"/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sz="2000" b="0" i="0" noProof="0" smtClean="0"/>
                                <m:t>)</m:t>
                              </m:r>
                            </m:sup>
                          </m:sSubSup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2000" b="0" i="1" noProof="0" smtClean="0"/>
                                <m:t>A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000" b="0" i="1" noProof="0" smtClean="0"/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sz="2000" b="0" i="0" noProof="0" smtClean="0"/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en-US" sz="2000" b="0" i="1" noProof="0" smtClean="0"/>
                                <m:t>j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noProof="0" dirty="0"/>
              </a:p>
              <a:p>
                <a:pPr marL="0" indent="0">
                  <a:buNone/>
                </a:pPr>
                <a:endParaRPr lang="en-US" sz="600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sz="2000" i="1" noProof="0" smtClean="0"/>
                            <m:t>p</m:t>
                          </m:r>
                        </m:e>
                        <m:sub/>
                        <m:sup>
                          <m:r>
                            <m:rPr>
                              <m:nor/>
                            </m:rPr>
                            <a:rPr lang="en-US" sz="2000" i="0" noProof="0" smtClean="0"/>
                            <m:t>(</m:t>
                          </m:r>
                          <m:r>
                            <m:rPr>
                              <m:nor/>
                            </m:rPr>
                            <a:rPr lang="en-US" sz="2000" i="1" noProof="0" smtClean="0"/>
                            <m:t>i</m:t>
                          </m:r>
                          <m:r>
                            <m:rPr>
                              <m:nor/>
                            </m:rPr>
                            <a:rPr lang="en-US" sz="2000" i="0" noProof="0" smtClean="0"/>
                            <m:t>+1)</m:t>
                          </m:r>
                        </m:sup>
                      </m:sSubSup>
                      <m:r>
                        <m:rPr>
                          <m:nor/>
                        </m:rPr>
                        <a:rPr lang="en-US" sz="2000" b="0" i="0" noProof="0" smtClean="0"/>
                        <m:t> </m:t>
                      </m:r>
                      <m:r>
                        <m:rPr>
                          <m:nor/>
                        </m:rPr>
                        <a:rPr lang="en-US" sz="2000" i="0" noProof="0"/>
                        <m:t>=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ctrlP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 noProof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en-US" sz="2000" noProof="0" smtClean="0">
                                      <a:solidFill>
                                        <a:srgbClr val="C00000"/>
                                      </a:solidFill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en-US" sz="2000" noProof="0" smtClean="0">
                                      <a:solidFill>
                                        <a:srgbClr val="C00000"/>
                                      </a:solidFill>
                                    </a:rPr>
                                    <m:t>6</m:t>
                                  </m:r>
                                </m:den>
                              </m:f>
                              <m:r>
                                <a:rPr lang="en-US" sz="2000" i="1" noProof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f>
                                <m:fPr>
                                  <m:ctrlPr>
                                    <a:rPr lang="en-US" sz="2000" i="1" noProof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en-US" sz="2000" noProof="0" smtClean="0">
                                      <a:solidFill>
                                        <a:srgbClr val="C00000"/>
                                      </a:solidFill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en-US" sz="2000" i="1" noProof="0" smtClean="0">
                                      <a:solidFill>
                                        <a:srgbClr val="C00000"/>
                                      </a:solidFill>
                                    </a:rPr>
                                    <m:t>n</m:t>
                                  </m:r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en-US" sz="2000" b="1" noProof="0">
                                  <a:solidFill>
                                    <a:srgbClr val="C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sz="2000" b="1" i="1" baseline="-25000" noProof="0">
                                  <a:solidFill>
                                    <a:srgbClr val="C00000"/>
                                  </a:solidFill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US" sz="2000" baseline="-25000" noProof="0">
                                  <a:solidFill>
                                    <a:srgbClr val="C00000"/>
                                  </a:solidFill>
                                </a:rPr>
                                <m:t>  </m:t>
                              </m:r>
                              <m:r>
                                <m:rPr>
                                  <m:nor/>
                                </m:rPr>
                                <a:rPr lang="en-US" sz="2000" noProof="0" smtClean="0">
                                  <a:solidFill>
                                    <a:srgbClr val="C00000"/>
                                  </a:solidFill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US" sz="2000" noProof="0">
                                  <a:solidFill>
                                    <a:srgbClr val="C00000"/>
                                  </a:solidFill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S" sz="2000" i="1" noProof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en-US" sz="2000" noProof="0" smtClean="0">
                                      <a:solidFill>
                                        <a:srgbClr val="C00000"/>
                                      </a:solidFill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en-US" sz="2000" noProof="0" smtClean="0">
                                      <a:solidFill>
                                        <a:srgbClr val="C00000"/>
                                      </a:solidFill>
                                    </a:rPr>
                                    <m:t>6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sz="2000" i="1" noProof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en-US" sz="2000" i="1" noProof="0" smtClean="0">
                                      <a:solidFill>
                                        <a:srgbClr val="C00000"/>
                                      </a:solidFill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en-US" sz="2000" noProof="0" smtClean="0">
                                      <a:solidFill>
                                        <a:srgbClr val="C00000"/>
                                      </a:solidFill>
                                    </a:rPr>
                                    <m:t>T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2000" i="0" noProof="0" smtClean="0"/>
                            <m:t>∙</m:t>
                          </m:r>
                          <m:r>
                            <m:rPr>
                              <m:nor/>
                            </m:rPr>
                            <a:rPr lang="en-US" sz="2000" i="1" noProof="0" smtClean="0"/>
                            <m:t>p</m:t>
                          </m:r>
                        </m:e>
                        <m:sub/>
                        <m:sup>
                          <m:r>
                            <m:rPr>
                              <m:nor/>
                            </m:rPr>
                            <a:rPr lang="en-US" sz="2000" i="0" noProof="0" smtClean="0"/>
                            <m:t>(</m:t>
                          </m:r>
                          <m:r>
                            <m:rPr>
                              <m:nor/>
                            </m:rPr>
                            <a:rPr lang="en-US" sz="2000" i="1" noProof="0" smtClean="0"/>
                            <m:t>i</m:t>
                          </m:r>
                          <m:r>
                            <m:rPr>
                              <m:nor/>
                            </m:rPr>
                            <a:rPr lang="en-US" sz="2000" i="0" noProof="0" smtClean="0"/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2000" noProof="0" dirty="0"/>
              </a:p>
              <a:p>
                <a:pPr marL="0" indent="0">
                  <a:buNone/>
                </a:pPr>
                <a:endParaRPr lang="en-US" sz="600" noProof="0" dirty="0"/>
              </a:p>
              <a:p>
                <a:pPr marL="0" indent="0" algn="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0" i="1" noProof="0" smtClean="0">
                          <a:solidFill>
                            <a:srgbClr val="C00000"/>
                          </a:solidFill>
                        </a:rPr>
                        <m:t>      </m:t>
                      </m:r>
                      <m:r>
                        <m:rPr>
                          <m:nor/>
                        </m:rPr>
                        <a:rPr lang="en-US" sz="2000" i="1" noProof="0" smtClean="0">
                          <a:solidFill>
                            <a:srgbClr val="C00000"/>
                          </a:solidFill>
                        </a:rPr>
                        <m:t>M</m:t>
                      </m:r>
                    </m:oMath>
                  </m:oMathPara>
                </a14:m>
                <a:endParaRPr lang="en-US" sz="2000" noProof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3185" y="1650227"/>
                <a:ext cx="5544273" cy="5051923"/>
              </a:xfrm>
              <a:blipFill>
                <a:blip r:embed="rId3"/>
                <a:stretch>
                  <a:fillRect l="-1099" t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183807"/>
              </p:ext>
            </p:extLst>
          </p:nvPr>
        </p:nvGraphicFramePr>
        <p:xfrm>
          <a:off x="6096000" y="1474830"/>
          <a:ext cx="5944565" cy="522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456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574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pagerank.ipynb</a:t>
                      </a:r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2227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ITERATIONS = 20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p_0 =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np.zeros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((n, 1))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p_0[0, 0] = 1.0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 = 1 / (6 * n) + 5 / 6 * A.T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 = p_0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prob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p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'prob' will contain each </a:t>
                      </a:r>
                      <a:b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# computed 'p' as a new column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_ in range(ITERATIONS):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 = M @ 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prob =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np.append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prob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p, axis=1)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print(p)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574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257422">
                <a:tc>
                  <a:txBody>
                    <a:bodyPr/>
                    <a:lstStyle/>
                    <a:p>
                      <a:pPr marL="266700" indent="-266700"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[[0.03935185]</a:t>
                      </a:r>
                    </a:p>
                    <a:p>
                      <a:pPr marL="266700" indent="0"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[0.35326184]</a:t>
                      </a:r>
                    </a:p>
                    <a:p>
                      <a:pPr marL="266700" indent="0"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[0.02777778]</a:t>
                      </a:r>
                    </a:p>
                    <a:p>
                      <a:pPr marL="266700" indent="0"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[0.32230071]</a:t>
                      </a:r>
                    </a:p>
                    <a:p>
                      <a:pPr marL="266700" indent="0"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[0.16198059]</a:t>
                      </a:r>
                    </a:p>
                    <a:p>
                      <a:pPr marL="266700" indent="0"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[0.09532722]]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13" name="Right Brace 12"/>
          <p:cNvSpPr/>
          <p:nvPr/>
        </p:nvSpPr>
        <p:spPr>
          <a:xfrm rot="5400000">
            <a:off x="3296494" y="5343561"/>
            <a:ext cx="148553" cy="1408547"/>
          </a:xfrm>
          <a:prstGeom prst="rightBrace">
            <a:avLst>
              <a:gd name="adj1" fmla="val 41666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C00000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7D42C42-9F41-E26E-C95C-C487D1D37C70}"/>
              </a:ext>
            </a:extLst>
          </p:cNvPr>
          <p:cNvGrpSpPr/>
          <p:nvPr/>
        </p:nvGrpSpPr>
        <p:grpSpPr>
          <a:xfrm>
            <a:off x="8995899" y="4896440"/>
            <a:ext cx="2792916" cy="1874255"/>
            <a:chOff x="8792860" y="2628237"/>
            <a:chExt cx="2792916" cy="187425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727C293-C901-E52A-9A47-2FAE4C75F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92860" y="2628237"/>
              <a:ext cx="2792916" cy="187425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EAAFEFF-4F9C-88B0-B055-B4D7B34F1E5A}"/>
                </a:ext>
              </a:extLst>
            </p:cNvPr>
            <p:cNvSpPr/>
            <p:nvPr/>
          </p:nvSpPr>
          <p:spPr>
            <a:xfrm>
              <a:off x="8874887" y="3645426"/>
              <a:ext cx="176514" cy="683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26709AE-5ED2-0F69-1028-E4616FA26765}"/>
                </a:ext>
              </a:extLst>
            </p:cNvPr>
            <p:cNvSpPr/>
            <p:nvPr/>
          </p:nvSpPr>
          <p:spPr>
            <a:xfrm>
              <a:off x="9423720" y="3931180"/>
              <a:ext cx="176514" cy="683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3F1AA50-6A08-B972-8579-5487D87AF4B6}"/>
                </a:ext>
              </a:extLst>
            </p:cNvPr>
            <p:cNvSpPr/>
            <p:nvPr/>
          </p:nvSpPr>
          <p:spPr>
            <a:xfrm>
              <a:off x="10536819" y="3215055"/>
              <a:ext cx="176514" cy="683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291DC0C-E042-C215-1832-AFE4ABB68CC4}"/>
                </a:ext>
              </a:extLst>
            </p:cNvPr>
            <p:cNvSpPr/>
            <p:nvPr/>
          </p:nvSpPr>
          <p:spPr>
            <a:xfrm>
              <a:off x="11143526" y="3091213"/>
              <a:ext cx="176514" cy="683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AF0E2DB-445C-7E2E-24B8-EAC65B724984}"/>
                </a:ext>
              </a:extLst>
            </p:cNvPr>
            <p:cNvSpPr/>
            <p:nvPr/>
          </p:nvSpPr>
          <p:spPr>
            <a:xfrm>
              <a:off x="10780853" y="3433712"/>
              <a:ext cx="176514" cy="683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40303BC-7F27-7652-9D83-2D97F6103B92}"/>
                </a:ext>
              </a:extLst>
            </p:cNvPr>
            <p:cNvSpPr/>
            <p:nvPr/>
          </p:nvSpPr>
          <p:spPr>
            <a:xfrm>
              <a:off x="11207668" y="3836391"/>
              <a:ext cx="176514" cy="683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178474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C29387A-2AC9-A456-88F4-2719F139F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458" y="226385"/>
            <a:ext cx="4957730" cy="3978425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744396"/>
              </p:ext>
            </p:extLst>
          </p:nvPr>
        </p:nvGraphicFramePr>
        <p:xfrm>
          <a:off x="285794" y="2308761"/>
          <a:ext cx="6783705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837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9744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pagerank.ipynb</a:t>
                      </a:r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7298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range(ITERATIONS + 1)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node in range(n):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prob[node]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label=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f'node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{node + 1}')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plt.xticks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('Random Surfer Probabilities')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plt.xlabel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('Iterations')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plt.ylabel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('Probability')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plt.legend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 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70850" y="365125"/>
            <a:ext cx="2992101" cy="1433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Rate of</a:t>
            </a:r>
            <a:br>
              <a:rPr lang="en-US" noProof="0" dirty="0"/>
            </a:br>
            <a:r>
              <a:rPr lang="en-US" noProof="0" dirty="0"/>
              <a:t>convergence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16E890D-4B46-E3A8-3B50-0B7A023EF54F}"/>
              </a:ext>
            </a:extLst>
          </p:cNvPr>
          <p:cNvGrpSpPr/>
          <p:nvPr/>
        </p:nvGrpSpPr>
        <p:grpSpPr>
          <a:xfrm>
            <a:off x="8560884" y="4618620"/>
            <a:ext cx="2792916" cy="1874255"/>
            <a:chOff x="8792860" y="2628237"/>
            <a:chExt cx="2792916" cy="187425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F65F058-B34F-30BD-7C07-66D74F638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92860" y="2628237"/>
              <a:ext cx="2792916" cy="1874255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054B121-FE17-B4F3-9BB2-59AB811B7FE5}"/>
                </a:ext>
              </a:extLst>
            </p:cNvPr>
            <p:cNvSpPr/>
            <p:nvPr/>
          </p:nvSpPr>
          <p:spPr>
            <a:xfrm>
              <a:off x="8874887" y="3645426"/>
              <a:ext cx="176514" cy="683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9BEE1D6-D1FB-CADA-7244-ABBB13396B35}"/>
                </a:ext>
              </a:extLst>
            </p:cNvPr>
            <p:cNvSpPr/>
            <p:nvPr/>
          </p:nvSpPr>
          <p:spPr>
            <a:xfrm>
              <a:off x="9423720" y="3931180"/>
              <a:ext cx="176514" cy="683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06DBE9-9B66-6D70-58DB-58B08472D26B}"/>
                </a:ext>
              </a:extLst>
            </p:cNvPr>
            <p:cNvSpPr/>
            <p:nvPr/>
          </p:nvSpPr>
          <p:spPr>
            <a:xfrm>
              <a:off x="10536819" y="3215055"/>
              <a:ext cx="176514" cy="683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D440628-2F70-C7D2-FD8D-2C59A9701E37}"/>
                </a:ext>
              </a:extLst>
            </p:cNvPr>
            <p:cNvSpPr/>
            <p:nvPr/>
          </p:nvSpPr>
          <p:spPr>
            <a:xfrm>
              <a:off x="11143526" y="3091213"/>
              <a:ext cx="176514" cy="683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4065DF7-2EF0-D0B5-1E06-47124744711A}"/>
                </a:ext>
              </a:extLst>
            </p:cNvPr>
            <p:cNvSpPr/>
            <p:nvPr/>
          </p:nvSpPr>
          <p:spPr>
            <a:xfrm>
              <a:off x="10780853" y="3433712"/>
              <a:ext cx="176514" cy="683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9C7FFDC-E655-4832-178B-226F472F1DC9}"/>
                </a:ext>
              </a:extLst>
            </p:cNvPr>
            <p:cNvSpPr/>
            <p:nvPr/>
          </p:nvSpPr>
          <p:spPr>
            <a:xfrm>
              <a:off x="11207668" y="3836391"/>
              <a:ext cx="176514" cy="683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230500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Repeated squaring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1349" y="1482345"/>
            <a:ext cx="10515600" cy="624249"/>
          </a:xfrm>
        </p:spPr>
        <p:txBody>
          <a:bodyPr/>
          <a:lstStyle/>
          <a:p>
            <a:pPr marL="0" indent="0" algn="ctr">
              <a:buNone/>
            </a:pPr>
            <a:r>
              <a:rPr lang="en-US" i="1" noProof="0" dirty="0"/>
              <a:t>M</a:t>
            </a:r>
            <a:r>
              <a:rPr lang="en-US" noProof="0" dirty="0"/>
              <a:t>⋅(⋯(</a:t>
            </a:r>
            <a:r>
              <a:rPr lang="en-US" i="1" noProof="0" dirty="0"/>
              <a:t>M</a:t>
            </a:r>
            <a:r>
              <a:rPr lang="en-US" noProof="0" dirty="0"/>
              <a:t>⋅(</a:t>
            </a:r>
            <a:r>
              <a:rPr lang="en-US" i="1" noProof="0" dirty="0" err="1"/>
              <a:t>M</a:t>
            </a:r>
            <a:r>
              <a:rPr lang="en-US" noProof="0" dirty="0" err="1"/>
              <a:t>⋅</a:t>
            </a:r>
            <a:r>
              <a:rPr lang="en-US" i="1" noProof="0" dirty="0" err="1"/>
              <a:t>p</a:t>
            </a:r>
            <a:r>
              <a:rPr lang="en-US" baseline="30000" noProof="0" dirty="0"/>
              <a:t>(0)</a:t>
            </a:r>
            <a:r>
              <a:rPr lang="en-US" noProof="0" dirty="0"/>
              <a:t>))⋯) = </a:t>
            </a:r>
            <a:r>
              <a:rPr lang="en-US" i="1" noProof="0" dirty="0" err="1"/>
              <a:t>M</a:t>
            </a:r>
            <a:r>
              <a:rPr lang="en-US" i="1" baseline="30000" noProof="0" dirty="0" err="1"/>
              <a:t>k</a:t>
            </a:r>
            <a:r>
              <a:rPr lang="en-US" noProof="0" dirty="0" err="1"/>
              <a:t>⋅</a:t>
            </a:r>
            <a:r>
              <a:rPr lang="en-US" i="1" noProof="0" dirty="0" err="1"/>
              <a:t>p</a:t>
            </a:r>
            <a:r>
              <a:rPr lang="en-US" baseline="30000" noProof="0" dirty="0"/>
              <a:t>(0) </a:t>
            </a:r>
            <a:r>
              <a:rPr lang="en-US" noProof="0" dirty="0"/>
              <a:t>= </a:t>
            </a:r>
            <a:r>
              <a:rPr lang="en-US" i="1" noProof="0" dirty="0"/>
              <a:t>M</a:t>
            </a:r>
            <a:r>
              <a:rPr lang="en-US" baseline="30000" noProof="0" dirty="0"/>
              <a:t>2</a:t>
            </a:r>
            <a:r>
              <a:rPr lang="en-US" baseline="50000" noProof="0" dirty="0"/>
              <a:t>log</a:t>
            </a:r>
            <a:r>
              <a:rPr lang="en-US" sz="2000" baseline="50000" noProof="0" dirty="0"/>
              <a:t>2 </a:t>
            </a:r>
            <a:r>
              <a:rPr lang="en-US" i="1" baseline="50000" noProof="0" dirty="0" err="1"/>
              <a:t>k</a:t>
            </a:r>
            <a:r>
              <a:rPr lang="en-US" noProof="0" dirty="0" err="1"/>
              <a:t>⋅</a:t>
            </a:r>
            <a:r>
              <a:rPr lang="en-US" i="1" noProof="0" dirty="0" err="1"/>
              <a:t>p</a:t>
            </a:r>
            <a:r>
              <a:rPr lang="en-US" baseline="30000" noProof="0" dirty="0"/>
              <a:t>(0)  </a:t>
            </a:r>
            <a:r>
              <a:rPr lang="en-US" noProof="0" dirty="0"/>
              <a:t>= (⋯((</a:t>
            </a:r>
            <a:r>
              <a:rPr lang="en-US" i="1" noProof="0" dirty="0"/>
              <a:t>M</a:t>
            </a:r>
            <a:r>
              <a:rPr lang="en-US" baseline="30000" noProof="0" dirty="0"/>
              <a:t>2</a:t>
            </a:r>
            <a:r>
              <a:rPr lang="en-US" noProof="0" dirty="0"/>
              <a:t>)</a:t>
            </a:r>
            <a:r>
              <a:rPr lang="en-US" baseline="30000" noProof="0" dirty="0"/>
              <a:t>2</a:t>
            </a:r>
            <a:r>
              <a:rPr lang="en-US" noProof="0" dirty="0"/>
              <a:t>)</a:t>
            </a:r>
            <a:r>
              <a:rPr lang="en-US" baseline="30000" noProof="0" dirty="0"/>
              <a:t>2</a:t>
            </a:r>
            <a:r>
              <a:rPr lang="en-US" noProof="0" dirty="0"/>
              <a:t>⋯)</a:t>
            </a:r>
            <a:r>
              <a:rPr lang="en-US" baseline="30000" noProof="0" dirty="0"/>
              <a:t>2</a:t>
            </a:r>
            <a:r>
              <a:rPr lang="en-US" noProof="0" dirty="0"/>
              <a:t>⋅</a:t>
            </a:r>
            <a:r>
              <a:rPr lang="en-US" i="1" noProof="0" dirty="0"/>
              <a:t>p</a:t>
            </a:r>
            <a:r>
              <a:rPr lang="en-US" baseline="30000" noProof="0" dirty="0"/>
              <a:t>(0)</a:t>
            </a:r>
            <a:endParaRPr lang="en-US" noProof="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430084"/>
              </p:ext>
            </p:extLst>
          </p:nvPr>
        </p:nvGraphicFramePr>
        <p:xfrm>
          <a:off x="2546321" y="2500125"/>
          <a:ext cx="714565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56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574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pagerank.ipynb</a:t>
                      </a:r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2227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math import log2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MP = 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_ in range(1 + int(log2(ITERATIONS))):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MP = MP @ MP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 = MP @ p_0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print(p)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574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257422">
                <a:tc>
                  <a:txBody>
                    <a:bodyPr/>
                    <a:lstStyle/>
                    <a:p>
                      <a:pPr marL="266700" indent="-266700"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[[0.03935185]</a:t>
                      </a:r>
                      <a:b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[0.35332637]</a:t>
                      </a:r>
                      <a:b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[0.02777778]</a:t>
                      </a:r>
                      <a:b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[0.32221711]</a:t>
                      </a:r>
                      <a:b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[0.16203446]</a:t>
                      </a:r>
                      <a:b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[0.09529243]]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6" name="Left Brace 5"/>
          <p:cNvSpPr/>
          <p:nvPr/>
        </p:nvSpPr>
        <p:spPr>
          <a:xfrm rot="16200000">
            <a:off x="2425288" y="1140499"/>
            <a:ext cx="195987" cy="1736201"/>
          </a:xfrm>
          <a:prstGeom prst="leftBrace">
            <a:avLst>
              <a:gd name="adj1" fmla="val 34067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903206" y="984700"/>
            <a:ext cx="1089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log</a:t>
            </a:r>
            <a:r>
              <a:rPr lang="en-US" sz="1400" baseline="-25000" noProof="0" dirty="0"/>
              <a:t>2</a:t>
            </a:r>
            <a:r>
              <a:rPr lang="en-US" sz="1400" noProof="0" dirty="0"/>
              <a:t> </a:t>
            </a:r>
            <a:r>
              <a:rPr lang="en-US" sz="1400" i="1" noProof="0" dirty="0"/>
              <a:t>k</a:t>
            </a:r>
            <a:endParaRPr lang="en-US" sz="1400" noProof="0" dirty="0"/>
          </a:p>
        </p:txBody>
      </p:sp>
      <p:sp>
        <p:nvSpPr>
          <p:cNvPr id="8" name="Left Brace 7"/>
          <p:cNvSpPr/>
          <p:nvPr/>
        </p:nvSpPr>
        <p:spPr>
          <a:xfrm rot="5400000">
            <a:off x="9350029" y="845655"/>
            <a:ext cx="195987" cy="1089631"/>
          </a:xfrm>
          <a:prstGeom prst="leftBrace">
            <a:avLst>
              <a:gd name="adj1" fmla="val 34067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983043" y="2052357"/>
            <a:ext cx="3080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noProof="0" dirty="0"/>
              <a:t>k</a:t>
            </a:r>
            <a:r>
              <a:rPr lang="en-US" sz="1400" noProof="0" dirty="0"/>
              <a:t> multiplications, </a:t>
            </a:r>
            <a:r>
              <a:rPr lang="en-US" sz="1400" i="1" noProof="0" dirty="0"/>
              <a:t>k</a:t>
            </a:r>
            <a:r>
              <a:rPr lang="en-US" sz="1400" noProof="0" dirty="0"/>
              <a:t> power of 2</a:t>
            </a:r>
          </a:p>
        </p:txBody>
      </p:sp>
    </p:spTree>
    <p:extLst>
      <p:ext uri="{BB962C8B-B14F-4D97-AF65-F5344CB8AC3E}">
        <p14:creationId xmlns:p14="http://schemas.microsoft.com/office/powerpoint/2010/main" val="3629567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PageRank : Computing eigenvector for λ =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3648" y="2010820"/>
            <a:ext cx="8694037" cy="871276"/>
          </a:xfrm>
        </p:spPr>
        <p:txBody>
          <a:bodyPr/>
          <a:lstStyle/>
          <a:p>
            <a:r>
              <a:rPr lang="en-US" noProof="0" dirty="0"/>
              <a:t>We want to find a vector </a:t>
            </a:r>
            <a:r>
              <a:rPr lang="en-US" i="1" noProof="0" dirty="0"/>
              <a:t>p</a:t>
            </a:r>
            <a:r>
              <a:rPr lang="en-US" noProof="0" dirty="0"/>
              <a:t>, with |</a:t>
            </a:r>
            <a:r>
              <a:rPr lang="en-US" i="1" noProof="0" dirty="0"/>
              <a:t>p</a:t>
            </a:r>
            <a:r>
              <a:rPr lang="en-US" noProof="0" dirty="0"/>
              <a:t>| = 1, where </a:t>
            </a:r>
            <a:r>
              <a:rPr lang="en-US" i="1" noProof="0" dirty="0"/>
              <a:t>M</a:t>
            </a:r>
            <a:r>
              <a:rPr lang="en-US" dirty="0"/>
              <a:t>⋅</a:t>
            </a:r>
            <a:r>
              <a:rPr lang="en-US" i="1" noProof="0" dirty="0"/>
              <a:t>p </a:t>
            </a:r>
            <a:r>
              <a:rPr lang="en-US" noProof="0" dirty="0"/>
              <a:t>= </a:t>
            </a:r>
            <a:r>
              <a:rPr lang="en-US" i="1" noProof="0" dirty="0"/>
              <a:t>p</a:t>
            </a:r>
            <a:r>
              <a:rPr lang="en-US" noProof="0" dirty="0"/>
              <a:t>, i.e. an </a:t>
            </a:r>
            <a:r>
              <a:rPr lang="en-US" i="1" noProof="0" dirty="0">
                <a:solidFill>
                  <a:srgbClr val="C00000"/>
                </a:solidFill>
              </a:rPr>
              <a:t>eigenvector</a:t>
            </a:r>
            <a:r>
              <a:rPr lang="en-US" noProof="0" dirty="0"/>
              <a:t> </a:t>
            </a:r>
            <a:r>
              <a:rPr lang="en-US" i="1" noProof="0" dirty="0"/>
              <a:t>p</a:t>
            </a:r>
            <a:r>
              <a:rPr lang="en-US" noProof="0" dirty="0"/>
              <a:t> for the eigenvalue λ =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38323"/>
              </p:ext>
            </p:extLst>
          </p:nvPr>
        </p:nvGraphicFramePr>
        <p:xfrm>
          <a:off x="202247" y="3940724"/>
          <a:ext cx="11787505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5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64851">
                <a:tc>
                  <a:txBody>
                    <a:bodyPr/>
                    <a:lstStyle/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pagerank.ipynb</a:t>
                      </a:r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1089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eigenvalues, eigenvectors =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np.linalg.eig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(M)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idx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eigenvalues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.argmax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       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find the largest eigenvalue (= 1)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 = 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np.real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(eigenvectors[:,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idx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.real returns the real part of complex numbers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/=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.sum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                     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normalize p to have sum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print(p)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64851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164851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[0.03935185 0.3533267  0.02777778 0.32221669 0.16203473 0.09529225]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2768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PageRank : Note on practicality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19164"/>
            <a:ext cx="10515600" cy="3167845"/>
          </a:xfrm>
        </p:spPr>
        <p:txBody>
          <a:bodyPr>
            <a:normAutofit/>
          </a:bodyPr>
          <a:lstStyle/>
          <a:p>
            <a:r>
              <a:rPr lang="en-US" noProof="0" dirty="0"/>
              <a:t>In practice an explicit </a:t>
            </a:r>
            <a:r>
              <a:rPr lang="en-US" i="1" noProof="0" dirty="0"/>
              <a:t>n</a:t>
            </a:r>
            <a:r>
              <a:rPr lang="en-US" noProof="0" dirty="0"/>
              <a:t> × </a:t>
            </a:r>
            <a:r>
              <a:rPr lang="en-US" i="1" noProof="0" dirty="0"/>
              <a:t>n</a:t>
            </a:r>
            <a:r>
              <a:rPr lang="en-US" noProof="0" dirty="0"/>
              <a:t> matrix for billions of nodes is infeasible, since the number of entries would be order of 10</a:t>
            </a:r>
            <a:r>
              <a:rPr lang="en-US" baseline="30000" noProof="0" dirty="0"/>
              <a:t>18</a:t>
            </a: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Instead use </a:t>
            </a:r>
            <a:r>
              <a:rPr lang="en-US" noProof="0" dirty="0">
                <a:solidFill>
                  <a:srgbClr val="C00000"/>
                </a:solidFill>
              </a:rPr>
              <a:t>sparse matrices</a:t>
            </a:r>
            <a:r>
              <a:rPr lang="en-US" noProof="0" dirty="0"/>
              <a:t> (in Python </a:t>
            </a:r>
            <a:r>
              <a:rPr lang="en-US" noProof="0" dirty="0" err="1"/>
              <a:t>modul</a:t>
            </a:r>
            <a:r>
              <a:rPr lang="en-US" noProof="0" dirty="0"/>
              <a:t>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scipy.sparse</a:t>
            </a:r>
            <a:r>
              <a:rPr lang="en-US" noProof="0" dirty="0"/>
              <a:t>) and stay with repeated multiplication (since fast convergence)</a:t>
            </a:r>
          </a:p>
        </p:txBody>
      </p:sp>
    </p:spTree>
    <p:extLst>
      <p:ext uri="{BB962C8B-B14F-4D97-AF65-F5344CB8AC3E}">
        <p14:creationId xmlns:p14="http://schemas.microsoft.com/office/powerpoint/2010/main" val="685518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01" y="266848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Linear programming (LP): </a:t>
            </a:r>
            <a:br>
              <a:rPr lang="en-US" dirty="0"/>
            </a:br>
            <a:r>
              <a:rPr lang="en-US" dirty="0" err="1"/>
              <a:t>scipy.optimize.linprog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9409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2251391" y="3539613"/>
            <a:ext cx="4444181" cy="240890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scipy.optimize.linprog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4826" y="1825625"/>
            <a:ext cx="10515600" cy="4351338"/>
          </a:xfrm>
        </p:spPr>
        <p:txBody>
          <a:bodyPr>
            <a:normAutofit/>
          </a:bodyPr>
          <a:lstStyle/>
          <a:p>
            <a:pPr>
              <a:tabLst>
                <a:tab pos="2416175" algn="l"/>
              </a:tabLst>
            </a:pPr>
            <a:r>
              <a:rPr lang="en-US" noProof="0" dirty="0" err="1"/>
              <a:t>scipy.optimize.linprog</a:t>
            </a:r>
            <a:r>
              <a:rPr lang="en-US" noProof="0" dirty="0"/>
              <a:t> can solve </a:t>
            </a:r>
            <a:r>
              <a:rPr lang="en-US" i="1" noProof="0" dirty="0"/>
              <a:t>linear programs</a:t>
            </a:r>
            <a:r>
              <a:rPr lang="en-US" noProof="0" dirty="0"/>
              <a:t> of the following form, where one wants to find an </a:t>
            </a:r>
            <a:r>
              <a:rPr lang="en-US" i="1" noProof="0" dirty="0"/>
              <a:t>n</a:t>
            </a:r>
            <a:r>
              <a:rPr lang="en-US" noProof="0" dirty="0"/>
              <a:t> x 1 vector </a:t>
            </a:r>
            <a:r>
              <a:rPr lang="en-US" i="1" noProof="0" dirty="0"/>
              <a:t>x</a:t>
            </a:r>
            <a:r>
              <a:rPr lang="en-US" noProof="0" dirty="0"/>
              <a:t> satisfying:</a:t>
            </a:r>
            <a:br>
              <a:rPr lang="en-US" noProof="0" dirty="0"/>
            </a:br>
            <a:endParaRPr lang="en-US" noProof="0" dirty="0"/>
          </a:p>
          <a:p>
            <a:pPr marL="328612" lvl="1" indent="0">
              <a:buNone/>
              <a:tabLst>
                <a:tab pos="982663" algn="l"/>
                <a:tab pos="2871788" algn="l"/>
                <a:tab pos="6813550" algn="l"/>
              </a:tabLst>
            </a:pPr>
            <a:endParaRPr lang="en-US" sz="2800" b="1" noProof="0" dirty="0"/>
          </a:p>
          <a:p>
            <a:pPr marL="328612" lvl="1" indent="0">
              <a:buNone/>
              <a:tabLst>
                <a:tab pos="1787525" algn="l"/>
                <a:tab pos="3671888" algn="l"/>
                <a:tab pos="6181725" algn="l"/>
              </a:tabLst>
            </a:pPr>
            <a:r>
              <a:rPr lang="en-US" sz="2800" b="1" noProof="0" dirty="0"/>
              <a:t>			</a:t>
            </a:r>
            <a:r>
              <a:rPr lang="en-US" sz="2800" i="1" u="sng" noProof="0" dirty="0"/>
              <a:t>dimension</a:t>
            </a:r>
          </a:p>
          <a:p>
            <a:pPr marL="328612" lvl="1" indent="0">
              <a:buNone/>
              <a:tabLst>
                <a:tab pos="1787525" algn="l"/>
                <a:tab pos="3671888" algn="l"/>
                <a:tab pos="6181725" algn="l"/>
              </a:tabLst>
            </a:pPr>
            <a:r>
              <a:rPr lang="en-US" sz="2800" b="1" noProof="0" dirty="0"/>
              <a:t>	Minimize</a:t>
            </a:r>
            <a:r>
              <a:rPr lang="en-US" sz="2800" noProof="0" dirty="0"/>
              <a:t>: 	</a:t>
            </a:r>
            <a:r>
              <a:rPr lang="en-US" sz="2800" i="1" noProof="0" dirty="0" err="1"/>
              <a:t>c</a:t>
            </a:r>
            <a:r>
              <a:rPr lang="en-US" sz="2800" baseline="30000" noProof="0" dirty="0" err="1"/>
              <a:t>T</a:t>
            </a:r>
            <a:r>
              <a:rPr lang="en-US" sz="2800" baseline="30000" noProof="0" dirty="0"/>
              <a:t> </a:t>
            </a:r>
            <a:r>
              <a:rPr lang="en-US" sz="2800" i="1" noProof="0" dirty="0"/>
              <a:t>∙ x</a:t>
            </a:r>
            <a:r>
              <a:rPr lang="en-US" sz="2800" noProof="0" dirty="0"/>
              <a:t> 	</a:t>
            </a:r>
            <a:r>
              <a:rPr lang="en-US" sz="2800" i="1" noProof="0" dirty="0"/>
              <a:t>c</a:t>
            </a:r>
            <a:r>
              <a:rPr lang="en-US" sz="2800" noProof="0" dirty="0"/>
              <a:t> : </a:t>
            </a:r>
            <a:r>
              <a:rPr lang="en-US" sz="2800" i="1" noProof="0" dirty="0"/>
              <a:t>n</a:t>
            </a:r>
            <a:r>
              <a:rPr lang="en-US" sz="2800" noProof="0" dirty="0"/>
              <a:t> x 1</a:t>
            </a:r>
          </a:p>
          <a:p>
            <a:pPr marL="328612" lvl="1" indent="0">
              <a:buNone/>
              <a:tabLst>
                <a:tab pos="1787525" algn="l"/>
                <a:tab pos="3671888" algn="l"/>
                <a:tab pos="6181725" algn="l"/>
              </a:tabLst>
            </a:pPr>
            <a:r>
              <a:rPr lang="en-US" sz="2800" b="1" noProof="0" dirty="0"/>
              <a:t>	</a:t>
            </a:r>
            <a:br>
              <a:rPr lang="en-US" sz="2800" b="1" noProof="0" dirty="0"/>
            </a:br>
            <a:r>
              <a:rPr lang="en-US" sz="2800" b="1" noProof="0" dirty="0"/>
              <a:t>	Subject to</a:t>
            </a:r>
            <a:r>
              <a:rPr lang="en-US" sz="2800" noProof="0" dirty="0"/>
              <a:t>: 	</a:t>
            </a:r>
            <a:r>
              <a:rPr lang="en-US" sz="2800" i="1" noProof="0" dirty="0"/>
              <a:t>A</a:t>
            </a:r>
            <a:r>
              <a:rPr lang="en-US" sz="2800" baseline="-25000" noProof="0" dirty="0"/>
              <a:t>ub </a:t>
            </a:r>
            <a:r>
              <a:rPr lang="en-US" sz="2800" i="1" noProof="0" dirty="0"/>
              <a:t>∙ x  </a:t>
            </a:r>
            <a:r>
              <a:rPr lang="en-US" sz="2800" noProof="0" dirty="0"/>
              <a:t>≤  </a:t>
            </a:r>
            <a:r>
              <a:rPr lang="en-US" sz="2800" i="1" noProof="0" dirty="0"/>
              <a:t>b</a:t>
            </a:r>
            <a:r>
              <a:rPr lang="en-US" sz="2800" baseline="-25000" noProof="0" dirty="0"/>
              <a:t>ub	</a:t>
            </a:r>
            <a:r>
              <a:rPr lang="en-US" sz="2800" i="1" noProof="0" dirty="0"/>
              <a:t>A</a:t>
            </a:r>
            <a:r>
              <a:rPr lang="en-US" sz="2800" baseline="-25000" noProof="0" dirty="0"/>
              <a:t>ub</a:t>
            </a:r>
            <a:r>
              <a:rPr lang="en-US" sz="2800" i="1" noProof="0" dirty="0"/>
              <a:t> </a:t>
            </a:r>
            <a:r>
              <a:rPr lang="en-US" sz="2800" noProof="0" dirty="0"/>
              <a:t>:</a:t>
            </a:r>
            <a:r>
              <a:rPr lang="en-US" sz="2800" i="1" noProof="0" dirty="0"/>
              <a:t> m</a:t>
            </a:r>
            <a:r>
              <a:rPr lang="en-US" sz="2800" noProof="0" dirty="0"/>
              <a:t> x </a:t>
            </a:r>
            <a:r>
              <a:rPr lang="en-US" sz="2800" i="1" noProof="0" dirty="0"/>
              <a:t>n</a:t>
            </a:r>
            <a:r>
              <a:rPr lang="en-US" sz="2800" noProof="0" dirty="0"/>
              <a:t>	</a:t>
            </a:r>
            <a:r>
              <a:rPr lang="en-US" sz="2800" i="1" noProof="0" dirty="0"/>
              <a:t>b</a:t>
            </a:r>
            <a:r>
              <a:rPr lang="en-US" sz="2800" baseline="-25000" noProof="0" dirty="0"/>
              <a:t>ub</a:t>
            </a:r>
            <a:r>
              <a:rPr lang="en-US" sz="2800" noProof="0" dirty="0"/>
              <a:t> : </a:t>
            </a:r>
            <a:r>
              <a:rPr lang="en-US" sz="2800" i="1" noProof="0" dirty="0"/>
              <a:t>m</a:t>
            </a:r>
            <a:r>
              <a:rPr lang="en-US" sz="2800" noProof="0" dirty="0"/>
              <a:t> x 1</a:t>
            </a:r>
            <a:br>
              <a:rPr lang="en-US" sz="2800" baseline="-25000" noProof="0" dirty="0"/>
            </a:br>
            <a:r>
              <a:rPr lang="en-US" sz="2800" noProof="0" dirty="0"/>
              <a:t>		</a:t>
            </a:r>
            <a:r>
              <a:rPr lang="en-US" sz="2800" i="1" noProof="0" dirty="0" err="1"/>
              <a:t>A</a:t>
            </a:r>
            <a:r>
              <a:rPr lang="en-US" sz="2800" baseline="-25000" noProof="0" dirty="0" err="1"/>
              <a:t>eq</a:t>
            </a:r>
            <a:r>
              <a:rPr lang="en-US" sz="2800" baseline="-25000" noProof="0" dirty="0"/>
              <a:t> </a:t>
            </a:r>
            <a:r>
              <a:rPr lang="en-US" sz="2800" i="1" noProof="0" dirty="0"/>
              <a:t>∙ x  </a:t>
            </a:r>
            <a:r>
              <a:rPr lang="en-US" sz="2800" noProof="0" dirty="0"/>
              <a:t>=  </a:t>
            </a:r>
            <a:r>
              <a:rPr lang="en-US" sz="2800" i="1" noProof="0" dirty="0" err="1"/>
              <a:t>b</a:t>
            </a:r>
            <a:r>
              <a:rPr lang="en-US" sz="2800" baseline="-25000" noProof="0" dirty="0" err="1"/>
              <a:t>eq</a:t>
            </a:r>
            <a:r>
              <a:rPr lang="en-US" sz="2800" noProof="0" dirty="0"/>
              <a:t> 	</a:t>
            </a:r>
            <a:r>
              <a:rPr lang="en-US" sz="2800" i="1" noProof="0" dirty="0" err="1"/>
              <a:t>A</a:t>
            </a:r>
            <a:r>
              <a:rPr lang="en-US" sz="2800" baseline="-25000" noProof="0" dirty="0" err="1"/>
              <a:t>eq</a:t>
            </a:r>
            <a:r>
              <a:rPr lang="en-US" sz="2800" i="1" noProof="0" dirty="0"/>
              <a:t> </a:t>
            </a:r>
            <a:r>
              <a:rPr lang="en-US" sz="2800" noProof="0" dirty="0"/>
              <a:t>:</a:t>
            </a:r>
            <a:r>
              <a:rPr lang="en-US" sz="2800" i="1" noProof="0" dirty="0"/>
              <a:t> k</a:t>
            </a:r>
            <a:r>
              <a:rPr lang="en-US" sz="2800" noProof="0" dirty="0"/>
              <a:t> x </a:t>
            </a:r>
            <a:r>
              <a:rPr lang="en-US" sz="2800" i="1" noProof="0" dirty="0"/>
              <a:t>n</a:t>
            </a:r>
            <a:r>
              <a:rPr lang="en-US" sz="2800" noProof="0" dirty="0"/>
              <a:t>	</a:t>
            </a:r>
            <a:r>
              <a:rPr lang="en-US" sz="2800" i="1" noProof="0" dirty="0" err="1"/>
              <a:t>b</a:t>
            </a:r>
            <a:r>
              <a:rPr lang="en-US" sz="2800" baseline="-25000" noProof="0" dirty="0" err="1"/>
              <a:t>eq</a:t>
            </a:r>
            <a:r>
              <a:rPr lang="en-US" sz="2800" noProof="0" dirty="0"/>
              <a:t> : </a:t>
            </a:r>
            <a:r>
              <a:rPr lang="en-US" sz="2800" i="1" noProof="0" dirty="0"/>
              <a:t>k</a:t>
            </a:r>
            <a:r>
              <a:rPr lang="en-US" sz="2800" noProof="0" dirty="0"/>
              <a:t> x 1</a:t>
            </a:r>
            <a:br>
              <a:rPr lang="en-US" sz="2800" baseline="-25000" noProof="0" dirty="0"/>
            </a:br>
            <a:endParaRPr lang="en-US" sz="2800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2425701" y="6169709"/>
            <a:ext cx="9766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noProof="0" dirty="0">
                <a:solidFill>
                  <a:schemeClr val="bg1">
                    <a:lumMod val="50000"/>
                  </a:schemeClr>
                </a:solidFill>
              </a:rPr>
              <a:t>Some other open-source optimization libraries </a:t>
            </a:r>
            <a:r>
              <a:rPr lang="en-US" noProof="0" dirty="0" err="1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PuLP</a:t>
            </a:r>
            <a:r>
              <a:rPr lang="en-US" noProof="0" dirty="0">
                <a:solidFill>
                  <a:schemeClr val="bg1">
                    <a:lumMod val="50000"/>
                  </a:schemeClr>
                </a:solidFill>
              </a:rPr>
              <a:t> and </a:t>
            </a:r>
            <a:r>
              <a:rPr lang="en-US" noProof="0" dirty="0" err="1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Pyomo</a:t>
            </a:r>
            <a:endParaRPr lang="en-US" noProof="0" dirty="0">
              <a:solidFill>
                <a:schemeClr val="bg1">
                  <a:lumMod val="50000"/>
                </a:schemeClr>
              </a:solidFill>
            </a:endParaRPr>
          </a:p>
          <a:p>
            <a:pPr algn="r"/>
            <a:r>
              <a:rPr lang="en-US" noProof="0" dirty="0">
                <a:solidFill>
                  <a:schemeClr val="bg1">
                    <a:lumMod val="50000"/>
                  </a:schemeClr>
                </a:solidFill>
              </a:rPr>
              <a:t>For industrial strength linear solvers, use solvers like </a:t>
            </a:r>
            <a:r>
              <a:rPr lang="en-US" noProof="0" dirty="0" err="1">
                <a:solidFill>
                  <a:schemeClr val="bg1">
                    <a:lumMod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Cplex</a:t>
            </a:r>
            <a:r>
              <a:rPr lang="en-US" noProof="0" dirty="0">
                <a:solidFill>
                  <a:schemeClr val="bg1">
                    <a:lumMod val="50000"/>
                  </a:schemeClr>
                </a:solidFill>
              </a:rPr>
              <a:t> or </a:t>
            </a:r>
            <a:r>
              <a:rPr lang="en-US" noProof="0" dirty="0" err="1">
                <a:solidFill>
                  <a:schemeClr val="bg1">
                    <a:lumMod val="5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Gurobi</a:t>
            </a:r>
            <a:r>
              <a:rPr lang="en-US" noProof="0" dirty="0">
                <a:solidFill>
                  <a:schemeClr val="bg1">
                    <a:lumMod val="50000"/>
                  </a:schemeClr>
                </a:solidFill>
              </a:rPr>
              <a:t> (mixed-integer linear programs) </a:t>
            </a:r>
          </a:p>
        </p:txBody>
      </p:sp>
    </p:spTree>
    <p:extLst>
      <p:ext uri="{BB962C8B-B14F-4D97-AF65-F5344CB8AC3E}">
        <p14:creationId xmlns:p14="http://schemas.microsoft.com/office/powerpoint/2010/main" val="3278452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l="30820" t="13031" r="11100" b="8149"/>
          <a:stretch/>
        </p:blipFill>
        <p:spPr>
          <a:xfrm>
            <a:off x="2643383" y="1484243"/>
            <a:ext cx="3638979" cy="52615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270"/>
          </a:xfrm>
        </p:spPr>
        <p:txBody>
          <a:bodyPr/>
          <a:lstStyle/>
          <a:p>
            <a:r>
              <a:rPr lang="en-US" noProof="0" dirty="0"/>
              <a:t>Linear programming (LP)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974" y="4298724"/>
            <a:ext cx="2549375" cy="23083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defTabSz="358775"/>
            <a:r>
              <a:rPr lang="en-US" sz="2400" b="1" noProof="0" dirty="0"/>
              <a:t>Minimize</a:t>
            </a:r>
          </a:p>
          <a:p>
            <a:pPr defTabSz="358775"/>
            <a:r>
              <a:rPr lang="en-US" sz="2400" noProof="0" dirty="0">
                <a:solidFill>
                  <a:srgbClr val="C00000"/>
                </a:solidFill>
              </a:rPr>
              <a:t>	- (3∙</a:t>
            </a:r>
            <a:r>
              <a:rPr lang="en-US" sz="2400" i="1" noProof="0" dirty="0">
                <a:solidFill>
                  <a:srgbClr val="C00000"/>
                </a:solidFill>
              </a:rPr>
              <a:t>x</a:t>
            </a:r>
            <a:r>
              <a:rPr lang="en-US" sz="2400" baseline="-25000" noProof="0" dirty="0">
                <a:solidFill>
                  <a:srgbClr val="C00000"/>
                </a:solidFill>
              </a:rPr>
              <a:t>1</a:t>
            </a:r>
            <a:r>
              <a:rPr lang="en-US" sz="2400" noProof="0" dirty="0">
                <a:solidFill>
                  <a:srgbClr val="C00000"/>
                </a:solidFill>
              </a:rPr>
              <a:t> + 2∙</a:t>
            </a:r>
            <a:r>
              <a:rPr lang="en-US" sz="2400" i="1" noProof="0" dirty="0">
                <a:solidFill>
                  <a:srgbClr val="C00000"/>
                </a:solidFill>
              </a:rPr>
              <a:t>x</a:t>
            </a:r>
            <a:r>
              <a:rPr lang="en-US" sz="2400" baseline="-25000" noProof="0" dirty="0">
                <a:solidFill>
                  <a:srgbClr val="C00000"/>
                </a:solidFill>
              </a:rPr>
              <a:t>2</a:t>
            </a:r>
            <a:r>
              <a:rPr lang="en-US" sz="2400" noProof="0" dirty="0">
                <a:solidFill>
                  <a:srgbClr val="C00000"/>
                </a:solidFill>
              </a:rPr>
              <a:t>)</a:t>
            </a:r>
            <a:endParaRPr lang="en-US" sz="2400" baseline="-25000" noProof="0" dirty="0">
              <a:solidFill>
                <a:srgbClr val="C00000"/>
              </a:solidFill>
            </a:endParaRPr>
          </a:p>
          <a:p>
            <a:pPr defTabSz="358775"/>
            <a:r>
              <a:rPr lang="en-US" sz="2400" b="1" noProof="0" dirty="0"/>
              <a:t>Subject to</a:t>
            </a:r>
            <a:endParaRPr lang="en-US" sz="2400" b="1" baseline="-25000" noProof="0" dirty="0"/>
          </a:p>
          <a:p>
            <a:pPr defTabSz="358775"/>
            <a:r>
              <a:rPr lang="en-US" sz="2400" noProof="0" dirty="0">
                <a:solidFill>
                  <a:schemeClr val="accent1">
                    <a:lumMod val="50000"/>
                  </a:schemeClr>
                </a:solidFill>
              </a:rPr>
              <a:t>	2∙</a:t>
            </a:r>
            <a:r>
              <a:rPr lang="en-US" sz="2400" i="1" noProof="0" dirty="0">
                <a:solidFill>
                  <a:schemeClr val="accent1">
                    <a:lumMod val="50000"/>
                  </a:schemeClr>
                </a:solidFill>
              </a:rPr>
              <a:t>x</a:t>
            </a:r>
            <a:r>
              <a:rPr lang="en-US" sz="2400" baseline="-25000" noProof="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r>
              <a:rPr lang="en-US" sz="2400" noProof="0" dirty="0">
                <a:solidFill>
                  <a:schemeClr val="accent1">
                    <a:lumMod val="50000"/>
                  </a:schemeClr>
                </a:solidFill>
              </a:rPr>
              <a:t> + 1∙</a:t>
            </a:r>
            <a:r>
              <a:rPr lang="en-US" sz="2400" i="1" noProof="0" dirty="0">
                <a:solidFill>
                  <a:schemeClr val="accent1">
                    <a:lumMod val="50000"/>
                  </a:schemeClr>
                </a:solidFill>
              </a:rPr>
              <a:t>x</a:t>
            </a:r>
            <a:r>
              <a:rPr lang="en-US" sz="2400" baseline="-25000" noProof="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en-US" sz="2400" noProof="0" dirty="0">
                <a:solidFill>
                  <a:schemeClr val="accent1">
                    <a:lumMod val="50000"/>
                  </a:schemeClr>
                </a:solidFill>
              </a:rPr>
              <a:t> ≤ 10</a:t>
            </a:r>
            <a:endParaRPr lang="en-US" sz="2400" baseline="-25000" noProof="0" dirty="0">
              <a:solidFill>
                <a:schemeClr val="accent1">
                  <a:lumMod val="50000"/>
                </a:schemeClr>
              </a:solidFill>
            </a:endParaRPr>
          </a:p>
          <a:p>
            <a:pPr defTabSz="358775"/>
            <a:r>
              <a:rPr lang="en-US" sz="2400" noProof="0" dirty="0">
                <a:solidFill>
                  <a:schemeClr val="accent6">
                    <a:lumMod val="50000"/>
                  </a:schemeClr>
                </a:solidFill>
              </a:rPr>
              <a:t>	-5∙</a:t>
            </a:r>
            <a:r>
              <a:rPr lang="en-US" sz="2400" i="1" noProof="0" dirty="0">
                <a:solidFill>
                  <a:schemeClr val="accent6">
                    <a:lumMod val="50000"/>
                  </a:schemeClr>
                </a:solidFill>
              </a:rPr>
              <a:t>x</a:t>
            </a:r>
            <a:r>
              <a:rPr lang="en-US" sz="2400" baseline="-25000" noProof="0" dirty="0">
                <a:solidFill>
                  <a:schemeClr val="accent6">
                    <a:lumMod val="50000"/>
                  </a:schemeClr>
                </a:solidFill>
              </a:rPr>
              <a:t>1</a:t>
            </a:r>
            <a:r>
              <a:rPr lang="en-US" sz="2400" noProof="0" dirty="0">
                <a:solidFill>
                  <a:schemeClr val="accent6">
                    <a:lumMod val="50000"/>
                  </a:schemeClr>
                </a:solidFill>
              </a:rPr>
              <a:t> + -6∙</a:t>
            </a:r>
            <a:r>
              <a:rPr lang="en-US" sz="2400" i="1" noProof="0" dirty="0">
                <a:solidFill>
                  <a:schemeClr val="accent6">
                    <a:lumMod val="50000"/>
                  </a:schemeClr>
                </a:solidFill>
              </a:rPr>
              <a:t>x</a:t>
            </a:r>
            <a:r>
              <a:rPr lang="en-US" sz="2400" baseline="-25000" noProof="0" dirty="0">
                <a:solidFill>
                  <a:schemeClr val="accent6">
                    <a:lumMod val="50000"/>
                  </a:schemeClr>
                </a:solidFill>
              </a:rPr>
              <a:t>2</a:t>
            </a:r>
            <a:r>
              <a:rPr lang="en-US" sz="2400" noProof="0" dirty="0">
                <a:solidFill>
                  <a:schemeClr val="accent6">
                    <a:lumMod val="50000"/>
                  </a:schemeClr>
                </a:solidFill>
              </a:rPr>
              <a:t> ≤ -4</a:t>
            </a:r>
            <a:endParaRPr lang="en-US" sz="2400" baseline="-25000" noProof="0" dirty="0">
              <a:solidFill>
                <a:schemeClr val="accent6">
                  <a:lumMod val="50000"/>
                </a:schemeClr>
              </a:solidFill>
            </a:endParaRPr>
          </a:p>
          <a:p>
            <a:pPr defTabSz="358775"/>
            <a:r>
              <a:rPr lang="en-US" sz="2400" noProof="0" dirty="0">
                <a:solidFill>
                  <a:schemeClr val="accent4">
                    <a:lumMod val="50000"/>
                  </a:schemeClr>
                </a:solidFill>
              </a:rPr>
              <a:t>	-3∙</a:t>
            </a:r>
            <a:r>
              <a:rPr lang="en-US" sz="2400" i="1" noProof="0" dirty="0">
                <a:solidFill>
                  <a:schemeClr val="accent4">
                    <a:lumMod val="50000"/>
                  </a:schemeClr>
                </a:solidFill>
              </a:rPr>
              <a:t>x</a:t>
            </a:r>
            <a:r>
              <a:rPr lang="en-US" sz="2400" baseline="-25000" noProof="0" dirty="0">
                <a:solidFill>
                  <a:schemeClr val="accent4">
                    <a:lumMod val="50000"/>
                  </a:schemeClr>
                </a:solidFill>
              </a:rPr>
              <a:t>1</a:t>
            </a:r>
            <a:r>
              <a:rPr lang="en-US" sz="2400" noProof="0" dirty="0">
                <a:solidFill>
                  <a:schemeClr val="accent4">
                    <a:lumMod val="50000"/>
                  </a:schemeClr>
                </a:solidFill>
              </a:rPr>
              <a:t> + 7∙</a:t>
            </a:r>
            <a:r>
              <a:rPr lang="en-US" sz="2400" i="1" noProof="0" dirty="0">
                <a:solidFill>
                  <a:schemeClr val="accent4">
                    <a:lumMod val="50000"/>
                  </a:schemeClr>
                </a:solidFill>
              </a:rPr>
              <a:t>x</a:t>
            </a:r>
            <a:r>
              <a:rPr lang="en-US" sz="2400" baseline="-25000" noProof="0" dirty="0">
                <a:solidFill>
                  <a:schemeClr val="accent4">
                    <a:lumMod val="50000"/>
                  </a:schemeClr>
                </a:solidFill>
              </a:rPr>
              <a:t>2</a:t>
            </a:r>
            <a:r>
              <a:rPr lang="en-US" sz="2400" noProof="0" dirty="0">
                <a:solidFill>
                  <a:schemeClr val="accent4">
                    <a:lumMod val="50000"/>
                  </a:schemeClr>
                </a:solidFill>
              </a:rPr>
              <a:t> = 8</a:t>
            </a:r>
            <a:endParaRPr lang="en-US" sz="2400" baseline="-25000" noProof="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6975" y="1273048"/>
            <a:ext cx="2549374" cy="23083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defTabSz="358775"/>
            <a:r>
              <a:rPr lang="en-US" sz="2400" b="1" noProof="0" dirty="0"/>
              <a:t>Maximize</a:t>
            </a:r>
          </a:p>
          <a:p>
            <a:pPr defTabSz="358775"/>
            <a:r>
              <a:rPr lang="en-US" sz="2400" noProof="0" dirty="0">
                <a:solidFill>
                  <a:srgbClr val="C00000"/>
                </a:solidFill>
              </a:rPr>
              <a:t>	3∙</a:t>
            </a:r>
            <a:r>
              <a:rPr lang="en-US" sz="2400" i="1" noProof="0" dirty="0">
                <a:solidFill>
                  <a:srgbClr val="C00000"/>
                </a:solidFill>
              </a:rPr>
              <a:t>x</a:t>
            </a:r>
            <a:r>
              <a:rPr lang="en-US" sz="2400" baseline="-25000" noProof="0" dirty="0">
                <a:solidFill>
                  <a:srgbClr val="C00000"/>
                </a:solidFill>
              </a:rPr>
              <a:t>1</a:t>
            </a:r>
            <a:r>
              <a:rPr lang="en-US" sz="2400" noProof="0" dirty="0">
                <a:solidFill>
                  <a:srgbClr val="C00000"/>
                </a:solidFill>
              </a:rPr>
              <a:t> + 2∙</a:t>
            </a:r>
            <a:r>
              <a:rPr lang="en-US" sz="2400" i="1" noProof="0" dirty="0">
                <a:solidFill>
                  <a:srgbClr val="C00000"/>
                </a:solidFill>
              </a:rPr>
              <a:t>x</a:t>
            </a:r>
            <a:r>
              <a:rPr lang="en-US" sz="2400" baseline="-25000" noProof="0" dirty="0">
                <a:solidFill>
                  <a:srgbClr val="C00000"/>
                </a:solidFill>
              </a:rPr>
              <a:t>2</a:t>
            </a:r>
          </a:p>
          <a:p>
            <a:pPr defTabSz="358775"/>
            <a:r>
              <a:rPr lang="en-US" sz="2400" b="1" noProof="0" dirty="0"/>
              <a:t>Subject to</a:t>
            </a:r>
            <a:endParaRPr lang="en-US" sz="2400" b="1" baseline="-25000" noProof="0" dirty="0"/>
          </a:p>
          <a:p>
            <a:pPr defTabSz="358775"/>
            <a:r>
              <a:rPr lang="en-US" sz="2400" noProof="0" dirty="0">
                <a:solidFill>
                  <a:schemeClr val="accent1">
                    <a:lumMod val="50000"/>
                  </a:schemeClr>
                </a:solidFill>
              </a:rPr>
              <a:t>	2∙</a:t>
            </a:r>
            <a:r>
              <a:rPr lang="en-US" sz="2400" i="1" noProof="0" dirty="0">
                <a:solidFill>
                  <a:schemeClr val="accent1">
                    <a:lumMod val="50000"/>
                  </a:schemeClr>
                </a:solidFill>
              </a:rPr>
              <a:t>x</a:t>
            </a:r>
            <a:r>
              <a:rPr lang="en-US" sz="2400" baseline="-25000" noProof="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r>
              <a:rPr lang="en-US" sz="2400" noProof="0" dirty="0">
                <a:solidFill>
                  <a:schemeClr val="accent1">
                    <a:lumMod val="50000"/>
                  </a:schemeClr>
                </a:solidFill>
              </a:rPr>
              <a:t> + 1∙</a:t>
            </a:r>
            <a:r>
              <a:rPr lang="en-US" sz="2400" i="1" noProof="0" dirty="0">
                <a:solidFill>
                  <a:schemeClr val="accent1">
                    <a:lumMod val="50000"/>
                  </a:schemeClr>
                </a:solidFill>
              </a:rPr>
              <a:t>x</a:t>
            </a:r>
            <a:r>
              <a:rPr lang="en-US" sz="2400" baseline="-25000" noProof="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en-US" sz="2400" noProof="0" dirty="0">
                <a:solidFill>
                  <a:schemeClr val="accent1">
                    <a:lumMod val="50000"/>
                  </a:schemeClr>
                </a:solidFill>
              </a:rPr>
              <a:t> ≤ 10</a:t>
            </a:r>
            <a:endParaRPr lang="en-US" sz="2400" baseline="-25000" noProof="0" dirty="0">
              <a:solidFill>
                <a:schemeClr val="accent1">
                  <a:lumMod val="50000"/>
                </a:schemeClr>
              </a:solidFill>
            </a:endParaRPr>
          </a:p>
          <a:p>
            <a:pPr defTabSz="358775"/>
            <a:r>
              <a:rPr lang="en-US" sz="2400" noProof="0" dirty="0">
                <a:solidFill>
                  <a:schemeClr val="accent6">
                    <a:lumMod val="50000"/>
                  </a:schemeClr>
                </a:solidFill>
              </a:rPr>
              <a:t>	5∙</a:t>
            </a:r>
            <a:r>
              <a:rPr lang="en-US" sz="2400" i="1" noProof="0" dirty="0">
                <a:solidFill>
                  <a:schemeClr val="accent6">
                    <a:lumMod val="50000"/>
                  </a:schemeClr>
                </a:solidFill>
              </a:rPr>
              <a:t>x</a:t>
            </a:r>
            <a:r>
              <a:rPr lang="en-US" sz="2400" baseline="-25000" noProof="0" dirty="0">
                <a:solidFill>
                  <a:schemeClr val="accent6">
                    <a:lumMod val="50000"/>
                  </a:schemeClr>
                </a:solidFill>
              </a:rPr>
              <a:t>1</a:t>
            </a:r>
            <a:r>
              <a:rPr lang="en-US" sz="2400" noProof="0" dirty="0">
                <a:solidFill>
                  <a:schemeClr val="accent6">
                    <a:lumMod val="50000"/>
                  </a:schemeClr>
                </a:solidFill>
              </a:rPr>
              <a:t> + 6∙</a:t>
            </a:r>
            <a:r>
              <a:rPr lang="en-US" sz="2400" i="1" noProof="0" dirty="0">
                <a:solidFill>
                  <a:schemeClr val="accent6">
                    <a:lumMod val="50000"/>
                  </a:schemeClr>
                </a:solidFill>
              </a:rPr>
              <a:t>x</a:t>
            </a:r>
            <a:r>
              <a:rPr lang="en-US" sz="2400" baseline="-25000" noProof="0" dirty="0">
                <a:solidFill>
                  <a:schemeClr val="accent6">
                    <a:lumMod val="50000"/>
                  </a:schemeClr>
                </a:solidFill>
              </a:rPr>
              <a:t>2</a:t>
            </a:r>
            <a:r>
              <a:rPr lang="en-US" sz="2400" noProof="0" dirty="0">
                <a:solidFill>
                  <a:schemeClr val="accent6">
                    <a:lumMod val="50000"/>
                  </a:schemeClr>
                </a:solidFill>
              </a:rPr>
              <a:t> ≥ 4</a:t>
            </a:r>
            <a:endParaRPr lang="en-US" sz="2400" baseline="-25000" noProof="0" dirty="0">
              <a:solidFill>
                <a:schemeClr val="accent6">
                  <a:lumMod val="50000"/>
                </a:schemeClr>
              </a:solidFill>
            </a:endParaRPr>
          </a:p>
          <a:p>
            <a:pPr defTabSz="358775"/>
            <a:r>
              <a:rPr lang="en-US" sz="2400" noProof="0" dirty="0">
                <a:solidFill>
                  <a:schemeClr val="accent4">
                    <a:lumMod val="50000"/>
                  </a:schemeClr>
                </a:solidFill>
              </a:rPr>
              <a:t>	-3∙</a:t>
            </a:r>
            <a:r>
              <a:rPr lang="en-US" sz="2400" i="1" noProof="0" dirty="0">
                <a:solidFill>
                  <a:schemeClr val="accent4">
                    <a:lumMod val="50000"/>
                  </a:schemeClr>
                </a:solidFill>
              </a:rPr>
              <a:t>x</a:t>
            </a:r>
            <a:r>
              <a:rPr lang="en-US" sz="2400" baseline="-25000" noProof="0" dirty="0">
                <a:solidFill>
                  <a:schemeClr val="accent4">
                    <a:lumMod val="50000"/>
                  </a:schemeClr>
                </a:solidFill>
              </a:rPr>
              <a:t>1</a:t>
            </a:r>
            <a:r>
              <a:rPr lang="en-US" sz="2400" noProof="0" dirty="0">
                <a:solidFill>
                  <a:schemeClr val="accent4">
                    <a:lumMod val="50000"/>
                  </a:schemeClr>
                </a:solidFill>
              </a:rPr>
              <a:t> + 7∙</a:t>
            </a:r>
            <a:r>
              <a:rPr lang="en-US" sz="2400" i="1" noProof="0" dirty="0">
                <a:solidFill>
                  <a:schemeClr val="accent4">
                    <a:lumMod val="50000"/>
                  </a:schemeClr>
                </a:solidFill>
              </a:rPr>
              <a:t>x</a:t>
            </a:r>
            <a:r>
              <a:rPr lang="en-US" sz="2400" baseline="-25000" noProof="0" dirty="0">
                <a:solidFill>
                  <a:schemeClr val="accent4">
                    <a:lumMod val="50000"/>
                  </a:schemeClr>
                </a:solidFill>
              </a:rPr>
              <a:t>2</a:t>
            </a:r>
            <a:r>
              <a:rPr lang="en-US" sz="2400" noProof="0" dirty="0">
                <a:solidFill>
                  <a:schemeClr val="accent4">
                    <a:lumMod val="50000"/>
                  </a:schemeClr>
                </a:solidFill>
              </a:rPr>
              <a:t> = 8</a:t>
            </a:r>
            <a:endParaRPr lang="en-US" sz="2400" baseline="-25000" noProof="0" dirty="0">
              <a:solidFill>
                <a:schemeClr val="accent4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 rot="5400000">
                <a:off x="955466" y="3497363"/>
                <a:ext cx="1315233" cy="885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⇔"/>
                          <m:vertJc m:val="bot"/>
                          <m:ctrlPr>
                            <a:rPr lang="en-US" sz="3600" b="1" i="1" noProof="0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</m:oMath>
                  </m:oMathPara>
                </a14:m>
                <a:endParaRPr lang="en-US" sz="3600" noProof="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955466" y="3497363"/>
                <a:ext cx="1315233" cy="8853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409892"/>
              </p:ext>
            </p:extLst>
          </p:nvPr>
        </p:nvGraphicFramePr>
        <p:xfrm>
          <a:off x="6282362" y="1273048"/>
          <a:ext cx="5737359" cy="53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7359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574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linear_programming.py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2227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np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scipy.optimize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linprog</a:t>
                      </a:r>
                      <a:endParaRPr lang="en-US" sz="1400" b="1" noProof="0" dirty="0">
                        <a:solidFill>
                          <a:srgbClr val="00B05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 =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np.array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[3, 2]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A_ub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np.array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[ 2,  1]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</a:t>
                      </a:r>
                      <a:r>
                        <a:rPr lang="en-US" sz="14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[-5, -6]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multiplied by -1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b_ub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np.array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-4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A_eq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np.array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</a:t>
                      </a:r>
                      <a:r>
                        <a:rPr lang="en-US" sz="1400" b="1" noProof="0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[-3, 7]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b_eq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np.array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</a:t>
                      </a:r>
                      <a:r>
                        <a:rPr lang="en-US" sz="1400" b="1" noProof="0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res = 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linprog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(-c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maximize = minimize the negated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A_ub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A_ub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b_ub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b_ub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A_eq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A_eq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b_eq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b_eq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print(res)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en-US" sz="14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res.x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 the optimal vector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574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257422">
                <a:tc>
                  <a:txBody>
                    <a:bodyPr/>
                    <a:lstStyle/>
                    <a:p>
                      <a:pPr marL="266700" indent="-266700"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message: Optimization terminated successfully.</a:t>
                      </a:r>
                      <a:b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(</a:t>
                      </a:r>
                      <a:r>
                        <a:rPr lang="en-US" sz="14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HiGHS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Status 7: Optimal)</a:t>
                      </a:r>
                      <a:b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success: True</a:t>
                      </a:r>
                      <a:b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status: 0</a:t>
                      </a:r>
                      <a:b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fun: -16.352941176470587</a:t>
                      </a:r>
                      <a:b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x: [ 3.647e+00  2.706e+00]</a:t>
                      </a:r>
                      <a:b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2077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01" y="266848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Example linear programming (LP):</a:t>
            </a:r>
            <a:br>
              <a:rPr lang="en-US" dirty="0"/>
            </a:br>
            <a:r>
              <a:rPr lang="en-US" dirty="0" err="1"/>
              <a:t>Maxmium</a:t>
            </a:r>
            <a:r>
              <a:rPr lang="en-US" dirty="0"/>
              <a:t> </a:t>
            </a:r>
            <a:r>
              <a:rPr lang="en-US" noProof="0" dirty="0"/>
              <a:t>flow</a:t>
            </a:r>
          </a:p>
        </p:txBody>
      </p:sp>
    </p:spTree>
    <p:extLst>
      <p:ext uri="{BB962C8B-B14F-4D97-AF65-F5344CB8AC3E}">
        <p14:creationId xmlns:p14="http://schemas.microsoft.com/office/powerpoint/2010/main" val="1008399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561319" y="206827"/>
            <a:ext cx="110702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noProof="0" dirty="0"/>
              <a:t>Solving maximum flow using linear programming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61319" y="5770486"/>
            <a:ext cx="87268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noProof="0" dirty="0">
                <a:latin typeface="Arial" panose="020B0604020202020204" pitchFamily="34" charset="0"/>
              </a:rPr>
              <a:t>We will use the </a:t>
            </a:r>
            <a:r>
              <a:rPr lang="en-US" noProof="0" dirty="0" err="1">
                <a:latin typeface="Arial" panose="020B0604020202020204" pitchFamily="34" charset="0"/>
                <a:hlinkClick r:id="rId3"/>
              </a:rPr>
              <a:t>scipy.optimize.linprog</a:t>
            </a:r>
            <a:r>
              <a:rPr lang="en-US" noProof="0" dirty="0">
                <a:latin typeface="Arial" panose="020B0604020202020204" pitchFamily="34" charset="0"/>
              </a:rPr>
              <a:t> function to solve the </a:t>
            </a:r>
            <a:r>
              <a:rPr lang="en-US" i="1" noProof="0" dirty="0">
                <a:latin typeface="Arial" panose="020B0604020202020204" pitchFamily="34" charset="0"/>
              </a:rPr>
              <a:t>maximum flow</a:t>
            </a:r>
            <a:r>
              <a:rPr lang="en-US" noProof="0" dirty="0">
                <a:latin typeface="Arial" panose="020B0604020202020204" pitchFamily="34" charset="0"/>
              </a:rPr>
              <a:t> problem on the above  directed graph. We want to send as much </a:t>
            </a:r>
            <a:r>
              <a:rPr lang="en-US" i="1" noProof="0" dirty="0">
                <a:latin typeface="Arial" panose="020B0604020202020204" pitchFamily="34" charset="0"/>
              </a:rPr>
              <a:t>flow</a:t>
            </a:r>
            <a:r>
              <a:rPr lang="en-US" noProof="0" dirty="0">
                <a:latin typeface="Arial" panose="020B0604020202020204" pitchFamily="34" charset="0"/>
              </a:rPr>
              <a:t> from node A to node F.  Edges are </a:t>
            </a:r>
            <a:r>
              <a:rPr lang="en-US" noProof="0" dirty="0">
                <a:solidFill>
                  <a:srgbClr val="C00000"/>
                </a:solidFill>
                <a:latin typeface="Arial" panose="020B0604020202020204" pitchFamily="34" charset="0"/>
              </a:rPr>
              <a:t>numbered 0..8</a:t>
            </a:r>
            <a:r>
              <a:rPr lang="en-US" noProof="0" dirty="0">
                <a:latin typeface="Arial" panose="020B0604020202020204" pitchFamily="34" charset="0"/>
              </a:rPr>
              <a:t> and each edge has a maximum </a:t>
            </a:r>
            <a:r>
              <a:rPr lang="en-US" i="1" noProof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capacity</a:t>
            </a:r>
            <a:r>
              <a:rPr lang="en-US" noProof="0" dirty="0">
                <a:latin typeface="Arial" panose="020B0604020202020204" pitchFamily="34" charset="0"/>
              </a:rPr>
              <a:t>.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216130" y="1760565"/>
            <a:ext cx="9461199" cy="3593709"/>
            <a:chOff x="1688171" y="1651683"/>
            <a:chExt cx="9461199" cy="3593709"/>
          </a:xfrm>
        </p:grpSpPr>
        <p:cxnSp>
          <p:nvCxnSpPr>
            <p:cNvPr id="46" name="Straight Arrow Connector 45"/>
            <p:cNvCxnSpPr/>
            <p:nvPr/>
          </p:nvCxnSpPr>
          <p:spPr>
            <a:xfrm flipV="1">
              <a:off x="2260274" y="2352661"/>
              <a:ext cx="2050170" cy="1050218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endCxn id="58" idx="2"/>
            </p:cNvCxnSpPr>
            <p:nvPr/>
          </p:nvCxnSpPr>
          <p:spPr>
            <a:xfrm>
              <a:off x="2260274" y="3400039"/>
              <a:ext cx="2050170" cy="1321663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>
              <a:endCxn id="59" idx="2"/>
            </p:cNvCxnSpPr>
            <p:nvPr/>
          </p:nvCxnSpPr>
          <p:spPr>
            <a:xfrm>
              <a:off x="5304134" y="4718863"/>
              <a:ext cx="2019810" cy="284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>
              <a:off x="5304133" y="2172533"/>
              <a:ext cx="2019810" cy="284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endCxn id="60" idx="1"/>
            </p:cNvCxnSpPr>
            <p:nvPr/>
          </p:nvCxnSpPr>
          <p:spPr>
            <a:xfrm>
              <a:off x="7821307" y="2169693"/>
              <a:ext cx="2348741" cy="862883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>
              <a:endCxn id="60" idx="3"/>
            </p:cNvCxnSpPr>
            <p:nvPr/>
          </p:nvCxnSpPr>
          <p:spPr>
            <a:xfrm flipV="1">
              <a:off x="7821306" y="3773183"/>
              <a:ext cx="2348743" cy="945682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endCxn id="57" idx="4"/>
            </p:cNvCxnSpPr>
            <p:nvPr/>
          </p:nvCxnSpPr>
          <p:spPr>
            <a:xfrm flipV="1">
              <a:off x="7821306" y="2699061"/>
              <a:ext cx="1" cy="2019802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endCxn id="59" idx="1"/>
            </p:cNvCxnSpPr>
            <p:nvPr/>
          </p:nvCxnSpPr>
          <p:spPr>
            <a:xfrm>
              <a:off x="4806770" y="2169693"/>
              <a:ext cx="2662849" cy="2181706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endCxn id="57" idx="3"/>
            </p:cNvCxnSpPr>
            <p:nvPr/>
          </p:nvCxnSpPr>
          <p:spPr>
            <a:xfrm flipV="1">
              <a:off x="4806769" y="2545676"/>
              <a:ext cx="2662851" cy="2081871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/>
            <p:cNvSpPr/>
            <p:nvPr/>
          </p:nvSpPr>
          <p:spPr>
            <a:xfrm>
              <a:off x="1762911" y="2879190"/>
              <a:ext cx="994725" cy="104737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noProof="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6" name="Oval 55"/>
            <p:cNvSpPr/>
            <p:nvPr/>
          </p:nvSpPr>
          <p:spPr>
            <a:xfrm>
              <a:off x="4310444" y="1651683"/>
              <a:ext cx="994725" cy="104737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noProof="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57" name="Oval 56"/>
            <p:cNvSpPr/>
            <p:nvPr/>
          </p:nvSpPr>
          <p:spPr>
            <a:xfrm>
              <a:off x="7323945" y="1651683"/>
              <a:ext cx="994725" cy="104737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noProof="0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58" name="Oval 57"/>
            <p:cNvSpPr/>
            <p:nvPr/>
          </p:nvSpPr>
          <p:spPr>
            <a:xfrm>
              <a:off x="4310444" y="4198014"/>
              <a:ext cx="994725" cy="104737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noProof="0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59" name="Oval 58"/>
            <p:cNvSpPr/>
            <p:nvPr/>
          </p:nvSpPr>
          <p:spPr>
            <a:xfrm>
              <a:off x="7323945" y="4198014"/>
              <a:ext cx="994725" cy="104737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noProof="0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60" name="Oval 59"/>
            <p:cNvSpPr/>
            <p:nvPr/>
          </p:nvSpPr>
          <p:spPr>
            <a:xfrm>
              <a:off x="10024374" y="2879190"/>
              <a:ext cx="994725" cy="104737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noProof="0" dirty="0">
                  <a:solidFill>
                    <a:schemeClr val="tx1"/>
                  </a:solidFill>
                </a:rPr>
                <a:t>F</a:t>
              </a:r>
            </a:p>
          </p:txBody>
        </p:sp>
        <p:grpSp>
          <p:nvGrpSpPr>
            <p:cNvPr id="61" name="Group 60"/>
            <p:cNvGrpSpPr/>
            <p:nvPr/>
          </p:nvGrpSpPr>
          <p:grpSpPr>
            <a:xfrm>
              <a:off x="3279207" y="1691208"/>
              <a:ext cx="6465012" cy="3486113"/>
              <a:chOff x="2954901" y="2640921"/>
              <a:chExt cx="4679489" cy="2396461"/>
            </a:xfrm>
          </p:grpSpPr>
          <p:sp>
            <p:nvSpPr>
              <p:cNvPr id="72" name="TextBox 71"/>
              <p:cNvSpPr txBox="1"/>
              <p:nvPr/>
            </p:nvSpPr>
            <p:spPr>
              <a:xfrm>
                <a:off x="2977945" y="4000516"/>
                <a:ext cx="500932" cy="317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i="1" noProof="0" dirty="0">
                    <a:solidFill>
                      <a:srgbClr val="C00000"/>
                    </a:solidFill>
                  </a:rPr>
                  <a:t>x</a:t>
                </a:r>
                <a:r>
                  <a:rPr lang="en-US" sz="2400" baseline="-25000" noProof="0" dirty="0">
                    <a:solidFill>
                      <a:srgbClr val="C00000"/>
                    </a:solidFill>
                  </a:rPr>
                  <a:t>0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2954901" y="3373663"/>
                <a:ext cx="500932" cy="317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i="1" noProof="0" dirty="0">
                    <a:solidFill>
                      <a:srgbClr val="C00000"/>
                    </a:solidFill>
                  </a:rPr>
                  <a:t>x</a:t>
                </a:r>
                <a:r>
                  <a:rPr lang="en-US" sz="2400" baseline="-25000" noProof="0" dirty="0">
                    <a:solidFill>
                      <a:srgbClr val="C00000"/>
                    </a:solidFill>
                  </a:rPr>
                  <a:t>1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4912086" y="4720019"/>
                <a:ext cx="500932" cy="317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i="1" noProof="0" dirty="0">
                    <a:solidFill>
                      <a:srgbClr val="C00000"/>
                    </a:solidFill>
                  </a:rPr>
                  <a:t>x</a:t>
                </a:r>
                <a:r>
                  <a:rPr lang="en-US" sz="2400" baseline="-25000" noProof="0" dirty="0">
                    <a:solidFill>
                      <a:srgbClr val="C00000"/>
                    </a:solidFill>
                  </a:rPr>
                  <a:t>2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4889589" y="2640921"/>
                <a:ext cx="500932" cy="317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i="1" noProof="0" dirty="0">
                    <a:solidFill>
                      <a:srgbClr val="C00000"/>
                    </a:solidFill>
                  </a:rPr>
                  <a:t>x</a:t>
                </a:r>
                <a:r>
                  <a:rPr lang="en-US" sz="2400" baseline="-25000" noProof="0" dirty="0">
                    <a:solidFill>
                      <a:srgbClr val="C00000"/>
                    </a:solidFill>
                  </a:rPr>
                  <a:t>5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4702917" y="3206364"/>
                <a:ext cx="500932" cy="317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i="1" noProof="0" dirty="0">
                    <a:solidFill>
                      <a:srgbClr val="C00000"/>
                    </a:solidFill>
                  </a:rPr>
                  <a:t>x</a:t>
                </a:r>
                <a:r>
                  <a:rPr lang="en-US" sz="2400" baseline="-25000" noProof="0" dirty="0">
                    <a:solidFill>
                      <a:srgbClr val="C00000"/>
                    </a:solidFill>
                  </a:rPr>
                  <a:t>4</a:t>
                </a: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4661619" y="4129559"/>
                <a:ext cx="500932" cy="317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i="1" noProof="0" dirty="0">
                    <a:solidFill>
                      <a:srgbClr val="C00000"/>
                    </a:solidFill>
                  </a:rPr>
                  <a:t>x</a:t>
                </a:r>
                <a:r>
                  <a:rPr lang="en-US" sz="2400" baseline="-25000" noProof="0" dirty="0">
                    <a:solidFill>
                      <a:srgbClr val="C00000"/>
                    </a:solidFill>
                  </a:rPr>
                  <a:t>3</a:t>
                </a: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6253607" y="3716128"/>
                <a:ext cx="500932" cy="317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i="1" noProof="0" dirty="0">
                    <a:solidFill>
                      <a:srgbClr val="C00000"/>
                    </a:solidFill>
                  </a:rPr>
                  <a:t>x</a:t>
                </a:r>
                <a:r>
                  <a:rPr lang="en-US" sz="2400" baseline="-25000" noProof="0" dirty="0">
                    <a:solidFill>
                      <a:srgbClr val="C00000"/>
                    </a:solidFill>
                  </a:rPr>
                  <a:t>6</a:t>
                </a: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7085688" y="2941900"/>
                <a:ext cx="500932" cy="317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i="1" noProof="0" dirty="0">
                    <a:solidFill>
                      <a:srgbClr val="C00000"/>
                    </a:solidFill>
                  </a:rPr>
                  <a:t>x</a:t>
                </a:r>
                <a:r>
                  <a:rPr lang="en-US" sz="2400" baseline="-25000" noProof="0" dirty="0">
                    <a:solidFill>
                      <a:srgbClr val="C00000"/>
                    </a:solidFill>
                  </a:rPr>
                  <a:t>8</a:t>
                </a: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7133458" y="4315419"/>
                <a:ext cx="500932" cy="317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i="1" noProof="0" dirty="0">
                    <a:solidFill>
                      <a:srgbClr val="C00000"/>
                    </a:solidFill>
                  </a:rPr>
                  <a:t>x</a:t>
                </a:r>
                <a:r>
                  <a:rPr lang="en-US" sz="2400" baseline="-25000" noProof="0" dirty="0">
                    <a:solidFill>
                      <a:srgbClr val="C00000"/>
                    </a:solidFill>
                  </a:rPr>
                  <a:t>7</a:t>
                </a:r>
              </a:p>
            </p:txBody>
          </p:sp>
        </p:grpSp>
        <p:sp>
          <p:nvSpPr>
            <p:cNvPr id="62" name="TextBox 61"/>
            <p:cNvSpPr txBox="1"/>
            <p:nvPr/>
          </p:nvSpPr>
          <p:spPr>
            <a:xfrm>
              <a:off x="3106835" y="2373976"/>
              <a:ext cx="692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noProof="0" dirty="0">
                  <a:solidFill>
                    <a:schemeClr val="accent1">
                      <a:lumMod val="50000"/>
                    </a:schemeClr>
                  </a:solidFill>
                </a:rPr>
                <a:t>3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115024" y="4153486"/>
              <a:ext cx="692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noProof="0" dirty="0">
                  <a:solidFill>
                    <a:schemeClr val="accent1">
                      <a:lumMod val="50000"/>
                    </a:schemeClr>
                  </a:solidFill>
                </a:rPr>
                <a:t>4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005038" y="4220841"/>
              <a:ext cx="692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noProof="0" dirty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991520" y="2133965"/>
              <a:ext cx="692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noProof="0" dirty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8496812" y="2653217"/>
              <a:ext cx="692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noProof="0" dirty="0">
                  <a:solidFill>
                    <a:schemeClr val="accent1">
                      <a:lumMod val="50000"/>
                    </a:schemeClr>
                  </a:solidFill>
                </a:rPr>
                <a:t>5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874817" y="3660749"/>
              <a:ext cx="692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noProof="0" dirty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093140" y="3281655"/>
              <a:ext cx="692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noProof="0" dirty="0">
                  <a:solidFill>
                    <a:schemeClr val="accent1">
                      <a:lumMod val="50000"/>
                    </a:schemeClr>
                  </a:solidFill>
                </a:rPr>
                <a:t>3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5346550" y="2793904"/>
              <a:ext cx="692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noProof="0" dirty="0">
                  <a:solidFill>
                    <a:schemeClr val="accent1">
                      <a:lumMod val="50000"/>
                    </a:schemeClr>
                  </a:solidFill>
                </a:rPr>
                <a:t>3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008551" y="3570925"/>
              <a:ext cx="692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noProof="0" dirty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1688171" y="3923728"/>
              <a:ext cx="11571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0" dirty="0"/>
                <a:t>source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9992198" y="3897412"/>
              <a:ext cx="11571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0" dirty="0"/>
                <a:t>sink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9701906" y="1468281"/>
            <a:ext cx="2455854" cy="5065471"/>
            <a:chOff x="9701906" y="1468281"/>
            <a:chExt cx="2455854" cy="5065471"/>
          </a:xfrm>
        </p:grpSpPr>
        <p:sp>
          <p:nvSpPr>
            <p:cNvPr id="40" name="TextBox 39"/>
            <p:cNvSpPr txBox="1"/>
            <p:nvPr/>
          </p:nvSpPr>
          <p:spPr>
            <a:xfrm>
              <a:off x="9701906" y="1468281"/>
              <a:ext cx="2342993" cy="501675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defTabSz="180975"/>
              <a:r>
                <a:rPr lang="en-US" sz="2000" b="1" noProof="0" dirty="0"/>
                <a:t>Maximize</a:t>
              </a:r>
            </a:p>
            <a:p>
              <a:pPr defTabSz="180975"/>
              <a:r>
                <a:rPr lang="en-US" sz="2000" noProof="0" dirty="0">
                  <a:solidFill>
                    <a:srgbClr val="C00000"/>
                  </a:solidFill>
                </a:rPr>
                <a:t>	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7</a:t>
              </a:r>
              <a:r>
                <a:rPr lang="en-US" sz="2000" noProof="0" dirty="0">
                  <a:solidFill>
                    <a:srgbClr val="C00000"/>
                  </a:solidFill>
                </a:rPr>
                <a:t> +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8</a:t>
              </a:r>
            </a:p>
            <a:p>
              <a:pPr defTabSz="180975"/>
              <a:r>
                <a:rPr lang="en-US" sz="2000" b="1" noProof="0" dirty="0"/>
                <a:t>Subject to</a:t>
              </a:r>
              <a:endParaRPr lang="en-US" sz="2000" b="1" baseline="-25000" noProof="0" dirty="0"/>
            </a:p>
            <a:p>
              <a:pPr defTabSz="180975"/>
              <a:r>
                <a:rPr lang="en-US" sz="2000" noProof="0" dirty="0">
                  <a:solidFill>
                    <a:schemeClr val="accent1">
                      <a:lumMod val="50000"/>
                    </a:schemeClr>
                  </a:solidFill>
                </a:rPr>
                <a:t>	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0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/>
                <a:t>≤ </a:t>
              </a:r>
              <a:r>
                <a:rPr lang="en-US" sz="2000" noProof="0" dirty="0">
                  <a:solidFill>
                    <a:schemeClr val="accent1">
                      <a:lumMod val="50000"/>
                    </a:schemeClr>
                  </a:solidFill>
                </a:rPr>
                <a:t>4</a:t>
              </a:r>
              <a:endParaRPr lang="en-US" sz="2000" baseline="-25000" noProof="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pPr defTabSz="180975"/>
              <a:r>
                <a:rPr lang="en-US" sz="2000" noProof="0" dirty="0">
                  <a:solidFill>
                    <a:srgbClr val="C00000"/>
                  </a:solidFill>
                </a:rPr>
                <a:t>	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1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/>
                <a:t>≤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>
                  <a:solidFill>
                    <a:schemeClr val="accent1">
                      <a:lumMod val="50000"/>
                    </a:schemeClr>
                  </a:solidFill>
                </a:rPr>
                <a:t>3</a:t>
              </a:r>
              <a:endParaRPr lang="en-US" sz="2000" baseline="-25000" noProof="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pPr defTabSz="180975"/>
              <a:r>
                <a:rPr lang="en-US" sz="2000" noProof="0" dirty="0">
                  <a:solidFill>
                    <a:srgbClr val="C00000"/>
                  </a:solidFill>
                </a:rPr>
                <a:t>	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2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/>
                <a:t>≤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  <a:endParaRPr lang="en-US" sz="2000" baseline="-25000" noProof="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pPr defTabSz="180975"/>
              <a:r>
                <a:rPr lang="en-US" sz="2000" noProof="0" dirty="0">
                  <a:solidFill>
                    <a:srgbClr val="C00000"/>
                  </a:solidFill>
                </a:rPr>
                <a:t>	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3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/>
                <a:t>≤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  <a:endParaRPr lang="en-US" sz="2000" baseline="-25000" noProof="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pPr defTabSz="180975"/>
              <a:r>
                <a:rPr lang="en-US" sz="2000" noProof="0" dirty="0">
                  <a:solidFill>
                    <a:srgbClr val="C00000"/>
                  </a:solidFill>
                </a:rPr>
                <a:t>	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4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/>
                <a:t>≤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>
                  <a:solidFill>
                    <a:schemeClr val="accent1">
                      <a:lumMod val="50000"/>
                    </a:schemeClr>
                  </a:solidFill>
                </a:rPr>
                <a:t>3</a:t>
              </a:r>
              <a:endParaRPr lang="en-US" sz="2000" baseline="-25000" noProof="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pPr defTabSz="180975"/>
              <a:r>
                <a:rPr lang="en-US" sz="2000" noProof="0" dirty="0">
                  <a:solidFill>
                    <a:srgbClr val="C00000"/>
                  </a:solidFill>
                </a:rPr>
                <a:t>	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5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/>
                <a:t>≤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  <a:endParaRPr lang="en-US" sz="2000" baseline="-25000" noProof="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pPr defTabSz="180975"/>
              <a:r>
                <a:rPr lang="en-US" sz="2000" noProof="0" dirty="0">
                  <a:solidFill>
                    <a:srgbClr val="C00000"/>
                  </a:solidFill>
                </a:rPr>
                <a:t>	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6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/>
                <a:t>≤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>
                  <a:solidFill>
                    <a:schemeClr val="accent1">
                      <a:lumMod val="50000"/>
                    </a:schemeClr>
                  </a:solidFill>
                </a:rPr>
                <a:t>3</a:t>
              </a:r>
              <a:endParaRPr lang="en-US" sz="2000" baseline="-25000" noProof="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pPr defTabSz="180975"/>
              <a:r>
                <a:rPr lang="en-US" sz="2000" noProof="0" dirty="0">
                  <a:solidFill>
                    <a:srgbClr val="C00000"/>
                  </a:solidFill>
                </a:rPr>
                <a:t>	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7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/>
                <a:t>≤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</a:p>
            <a:p>
              <a:pPr defTabSz="180975"/>
              <a:r>
                <a:rPr lang="en-US" sz="2000" noProof="0" dirty="0">
                  <a:solidFill>
                    <a:srgbClr val="C00000"/>
                  </a:solidFill>
                </a:rPr>
                <a:t>	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8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/>
                <a:t>≤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>
                  <a:solidFill>
                    <a:schemeClr val="accent1">
                      <a:lumMod val="50000"/>
                    </a:schemeClr>
                  </a:solidFill>
                </a:rPr>
                <a:t>5</a:t>
              </a:r>
            </a:p>
            <a:p>
              <a:pPr defTabSz="180975"/>
              <a:r>
                <a:rPr lang="en-US" sz="2000" i="1" noProof="0" dirty="0">
                  <a:solidFill>
                    <a:srgbClr val="C00000"/>
                  </a:solidFill>
                </a:rPr>
                <a:t>	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1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/>
                <a:t>=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4 </a:t>
              </a:r>
              <a:r>
                <a:rPr lang="en-US" sz="2000" noProof="0" dirty="0">
                  <a:solidFill>
                    <a:srgbClr val="C00000"/>
                  </a:solidFill>
                </a:rPr>
                <a:t>+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5</a:t>
              </a:r>
            </a:p>
            <a:p>
              <a:pPr defTabSz="180975"/>
              <a:r>
                <a:rPr lang="en-US" sz="2000" i="1" noProof="0" dirty="0">
                  <a:solidFill>
                    <a:srgbClr val="C00000"/>
                  </a:solidFill>
                </a:rPr>
                <a:t>	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0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/>
                <a:t>=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2 </a:t>
              </a:r>
              <a:r>
                <a:rPr lang="en-US" sz="2000" noProof="0" dirty="0">
                  <a:solidFill>
                    <a:srgbClr val="C00000"/>
                  </a:solidFill>
                </a:rPr>
                <a:t>+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3</a:t>
              </a:r>
            </a:p>
            <a:p>
              <a:pPr defTabSz="180975"/>
              <a:r>
                <a:rPr lang="en-US" sz="2000" i="1" noProof="0" dirty="0">
                  <a:solidFill>
                    <a:srgbClr val="C00000"/>
                  </a:solidFill>
                </a:rPr>
                <a:t>	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3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>
                  <a:solidFill>
                    <a:srgbClr val="C00000"/>
                  </a:solidFill>
                </a:rPr>
                <a:t>+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5 </a:t>
              </a:r>
              <a:r>
                <a:rPr lang="en-US" sz="2000" noProof="0" dirty="0">
                  <a:solidFill>
                    <a:srgbClr val="C00000"/>
                  </a:solidFill>
                </a:rPr>
                <a:t>+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6 </a:t>
              </a:r>
              <a:r>
                <a:rPr lang="en-US" sz="2000" noProof="0" dirty="0"/>
                <a:t>=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8</a:t>
              </a:r>
            </a:p>
            <a:p>
              <a:pPr defTabSz="180975"/>
              <a:r>
                <a:rPr lang="en-US" sz="2000" i="1" noProof="0" dirty="0">
                  <a:solidFill>
                    <a:srgbClr val="C00000"/>
                  </a:solidFill>
                </a:rPr>
                <a:t>	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2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>
                  <a:solidFill>
                    <a:srgbClr val="C00000"/>
                  </a:solidFill>
                </a:rPr>
                <a:t>+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4 </a:t>
              </a:r>
              <a:r>
                <a:rPr lang="en-US" sz="2000" noProof="0" dirty="0"/>
                <a:t>=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6 </a:t>
              </a:r>
              <a:r>
                <a:rPr lang="en-US" sz="2000" noProof="0" dirty="0">
                  <a:solidFill>
                    <a:srgbClr val="C00000"/>
                  </a:solidFill>
                </a:rPr>
                <a:t>+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7</a:t>
              </a:r>
            </a:p>
          </p:txBody>
        </p:sp>
        <p:sp>
          <p:nvSpPr>
            <p:cNvPr id="2" name="Right Brace 1"/>
            <p:cNvSpPr/>
            <p:nvPr/>
          </p:nvSpPr>
          <p:spPr>
            <a:xfrm>
              <a:off x="11471446" y="2547718"/>
              <a:ext cx="60158" cy="2608968"/>
            </a:xfrm>
            <a:prstGeom prst="rightBrace">
              <a:avLst>
                <a:gd name="adj1" fmla="val 53195"/>
                <a:gd name="adj2" fmla="val 5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TextBox 2"/>
            <p:cNvSpPr txBox="1"/>
            <p:nvPr/>
          </p:nvSpPr>
          <p:spPr>
            <a:xfrm rot="16200000">
              <a:off x="11190389" y="3571344"/>
              <a:ext cx="1278592" cy="512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noProof="0" dirty="0"/>
                <a:t>capacity constraints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 rot="16200000">
              <a:off x="11131551" y="5579458"/>
              <a:ext cx="1396268" cy="512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noProof="0" dirty="0"/>
                <a:t>flow conservation</a:t>
              </a:r>
            </a:p>
          </p:txBody>
        </p:sp>
        <p:sp>
          <p:nvSpPr>
            <p:cNvPr id="85" name="Right Brace 84"/>
            <p:cNvSpPr/>
            <p:nvPr/>
          </p:nvSpPr>
          <p:spPr>
            <a:xfrm>
              <a:off x="11465525" y="5295617"/>
              <a:ext cx="72000" cy="1080000"/>
            </a:xfrm>
            <a:prstGeom prst="rightBrace">
              <a:avLst>
                <a:gd name="adj1" fmla="val 103142"/>
                <a:gd name="adj2" fmla="val 5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11169416" y="1765390"/>
              <a:ext cx="988344" cy="5027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noProof="0" dirty="0"/>
                <a:t>flow value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090579" y="1791322"/>
            <a:ext cx="10101421" cy="5075137"/>
            <a:chOff x="2090579" y="1791322"/>
            <a:chExt cx="10101421" cy="5075137"/>
          </a:xfrm>
        </p:grpSpPr>
        <p:sp>
          <p:nvSpPr>
            <p:cNvPr id="73" name="TextBox 72"/>
            <p:cNvSpPr txBox="1"/>
            <p:nvPr/>
          </p:nvSpPr>
          <p:spPr>
            <a:xfrm>
              <a:off x="6678736" y="3380335"/>
              <a:ext cx="692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noProof="0" dirty="0">
                  <a:solidFill>
                    <a:srgbClr val="00B050"/>
                  </a:solidFill>
                </a:rPr>
                <a:t>= 2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765384" y="1791322"/>
              <a:ext cx="692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noProof="0" dirty="0">
                  <a:solidFill>
                    <a:srgbClr val="00B050"/>
                  </a:solidFill>
                </a:rPr>
                <a:t>= 1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2109590" y="3785385"/>
              <a:ext cx="692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noProof="0" dirty="0">
                  <a:solidFill>
                    <a:srgbClr val="00B050"/>
                  </a:solidFill>
                </a:rPr>
                <a:t>= 2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4452746" y="3975587"/>
              <a:ext cx="692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noProof="0" dirty="0">
                  <a:solidFill>
                    <a:srgbClr val="00B050"/>
                  </a:solidFill>
                </a:rPr>
                <a:t>= 1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4545572" y="2667826"/>
              <a:ext cx="692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noProof="0" dirty="0">
                  <a:solidFill>
                    <a:srgbClr val="00B050"/>
                  </a:solidFill>
                </a:rPr>
                <a:t>= 2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2090579" y="2879122"/>
              <a:ext cx="692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noProof="0" dirty="0">
                  <a:solidFill>
                    <a:srgbClr val="00B050"/>
                  </a:solidFill>
                </a:rPr>
                <a:t>= 3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811429" y="2244296"/>
              <a:ext cx="692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noProof="0" dirty="0">
                  <a:solidFill>
                    <a:srgbClr val="00B050"/>
                  </a:solidFill>
                </a:rPr>
                <a:t>= 4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7872820" y="4247485"/>
              <a:ext cx="692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noProof="0" dirty="0">
                  <a:solidFill>
                    <a:srgbClr val="00B050"/>
                  </a:solidFill>
                </a:rPr>
                <a:t>= 1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817104" y="4829165"/>
              <a:ext cx="692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noProof="0" dirty="0">
                  <a:solidFill>
                    <a:srgbClr val="00B050"/>
                  </a:solidFill>
                </a:rPr>
                <a:t>= 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001734" y="6497127"/>
              <a:ext cx="31902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noProof="0" dirty="0">
                  <a:solidFill>
                    <a:srgbClr val="00B050"/>
                  </a:solidFill>
                </a:rPr>
                <a:t>Note: solution not unique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9229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044" y="1640094"/>
            <a:ext cx="9105186" cy="5007010"/>
          </a:xfrm>
        </p:spPr>
        <p:txBody>
          <a:bodyPr>
            <a:normAutofit/>
          </a:bodyPr>
          <a:lstStyle/>
          <a:p>
            <a:r>
              <a:rPr lang="en-US" i="1" noProof="0" dirty="0">
                <a:solidFill>
                  <a:srgbClr val="C00000"/>
                </a:solidFill>
              </a:rPr>
              <a:t>x</a:t>
            </a:r>
            <a:r>
              <a:rPr lang="en-US" noProof="0" dirty="0">
                <a:solidFill>
                  <a:srgbClr val="C00000"/>
                </a:solidFill>
              </a:rPr>
              <a:t> = (</a:t>
            </a:r>
            <a:r>
              <a:rPr lang="en-US" i="1" noProof="0" dirty="0">
                <a:solidFill>
                  <a:srgbClr val="C00000"/>
                </a:solidFill>
              </a:rPr>
              <a:t>x</a:t>
            </a:r>
            <a:r>
              <a:rPr lang="en-US" baseline="-25000" noProof="0" dirty="0">
                <a:solidFill>
                  <a:srgbClr val="C00000"/>
                </a:solidFill>
              </a:rPr>
              <a:t>0</a:t>
            </a:r>
            <a:r>
              <a:rPr lang="en-US" noProof="0" dirty="0">
                <a:solidFill>
                  <a:srgbClr val="C00000"/>
                </a:solidFill>
              </a:rPr>
              <a:t>,…,</a:t>
            </a:r>
            <a:r>
              <a:rPr lang="en-US" i="1" noProof="0" dirty="0">
                <a:solidFill>
                  <a:srgbClr val="C00000"/>
                </a:solidFill>
              </a:rPr>
              <a:t>x</a:t>
            </a:r>
            <a:r>
              <a:rPr lang="en-US" baseline="-25000" noProof="0" dirty="0">
                <a:solidFill>
                  <a:srgbClr val="C00000"/>
                </a:solidFill>
              </a:rPr>
              <a:t>8</a:t>
            </a:r>
            <a:r>
              <a:rPr lang="en-US" noProof="0" dirty="0">
                <a:solidFill>
                  <a:srgbClr val="C00000"/>
                </a:solidFill>
              </a:rPr>
              <a:t>)</a:t>
            </a:r>
            <a:r>
              <a:rPr lang="en-US" noProof="0" dirty="0"/>
              <a:t> is a vector describing the flow along each edge</a:t>
            </a:r>
          </a:p>
          <a:p>
            <a:r>
              <a:rPr lang="en-US" i="1" noProof="0" dirty="0">
                <a:solidFill>
                  <a:srgbClr val="C00000"/>
                </a:solidFill>
              </a:rPr>
              <a:t>c</a:t>
            </a:r>
            <a:r>
              <a:rPr lang="en-US" noProof="0" dirty="0"/>
              <a:t> is a vector to add the flow along the edges (7 and 8) to the sink (F), i.e. a function computing </a:t>
            </a:r>
            <a:r>
              <a:rPr lang="en-US" i="1" noProof="0" dirty="0"/>
              <a:t>the </a:t>
            </a:r>
            <a:r>
              <a:rPr lang="en-US" i="1" noProof="0" dirty="0">
                <a:solidFill>
                  <a:schemeClr val="accent1">
                    <a:lumMod val="50000"/>
                  </a:schemeClr>
                </a:solidFill>
              </a:rPr>
              <a:t>flow value</a:t>
            </a:r>
            <a:endParaRPr lang="en-US" noProof="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i="1" noProof="0" dirty="0">
                <a:solidFill>
                  <a:srgbClr val="C00000"/>
                </a:solidFill>
              </a:rPr>
              <a:t>A</a:t>
            </a:r>
            <a:r>
              <a:rPr lang="en-US" baseline="-25000" noProof="0" dirty="0">
                <a:solidFill>
                  <a:srgbClr val="C00000"/>
                </a:solidFill>
              </a:rPr>
              <a:t>ub</a:t>
            </a:r>
            <a:r>
              <a:rPr lang="en-US" noProof="0" dirty="0"/>
              <a:t> and </a:t>
            </a:r>
            <a:r>
              <a:rPr lang="en-US" i="1" noProof="0" dirty="0">
                <a:solidFill>
                  <a:srgbClr val="C00000"/>
                </a:solidFill>
              </a:rPr>
              <a:t>b</a:t>
            </a:r>
            <a:r>
              <a:rPr lang="en-US" baseline="-25000" noProof="0" dirty="0">
                <a:solidFill>
                  <a:srgbClr val="C00000"/>
                </a:solidFill>
              </a:rPr>
              <a:t>ub</a:t>
            </a:r>
            <a:r>
              <a:rPr lang="en-US" noProof="0" dirty="0"/>
              <a:t> is a set of </a:t>
            </a:r>
            <a:r>
              <a:rPr lang="en-US" i="1" noProof="0" dirty="0">
                <a:solidFill>
                  <a:schemeClr val="accent1">
                    <a:lumMod val="50000"/>
                  </a:schemeClr>
                </a:solidFill>
              </a:rPr>
              <a:t>capacity constraints</a:t>
            </a:r>
            <a:r>
              <a:rPr lang="en-US" noProof="0" dirty="0"/>
              <a:t>, for each edge flow ≤ capacity</a:t>
            </a:r>
          </a:p>
          <a:p>
            <a:r>
              <a:rPr lang="en-US" i="1" noProof="0" dirty="0" err="1">
                <a:solidFill>
                  <a:srgbClr val="C00000"/>
                </a:solidFill>
              </a:rPr>
              <a:t>A</a:t>
            </a:r>
            <a:r>
              <a:rPr lang="en-US" baseline="-25000" noProof="0" dirty="0" err="1">
                <a:solidFill>
                  <a:srgbClr val="C00000"/>
                </a:solidFill>
              </a:rPr>
              <a:t>eq</a:t>
            </a:r>
            <a:r>
              <a:rPr lang="en-US" noProof="0" dirty="0"/>
              <a:t> and </a:t>
            </a:r>
            <a:r>
              <a:rPr lang="en-US" i="1" noProof="0" dirty="0" err="1">
                <a:solidFill>
                  <a:srgbClr val="C00000"/>
                </a:solidFill>
              </a:rPr>
              <a:t>b</a:t>
            </a:r>
            <a:r>
              <a:rPr lang="en-US" baseline="-25000" noProof="0" dirty="0" err="1">
                <a:solidFill>
                  <a:srgbClr val="C00000"/>
                </a:solidFill>
              </a:rPr>
              <a:t>eq</a:t>
            </a:r>
            <a:r>
              <a:rPr lang="en-US" noProof="0" dirty="0"/>
              <a:t> is a set of </a:t>
            </a:r>
            <a:r>
              <a:rPr lang="en-US" i="1" noProof="0" dirty="0">
                <a:solidFill>
                  <a:schemeClr val="accent1">
                    <a:lumMod val="50000"/>
                  </a:schemeClr>
                </a:solidFill>
              </a:rPr>
              <a:t>flow conservation</a:t>
            </a:r>
            <a:r>
              <a:rPr lang="en-US" i="1" noProof="0" dirty="0"/>
              <a:t> </a:t>
            </a:r>
            <a:r>
              <a:rPr lang="en-US" noProof="0" dirty="0"/>
              <a:t>constraints, for each non-source and non-sink </a:t>
            </a:r>
            <a:br>
              <a:rPr lang="en-US" noProof="0" dirty="0"/>
            </a:br>
            <a:r>
              <a:rPr lang="en-US" noProof="0" dirty="0"/>
              <a:t>node (B, C, D, E), requiring </a:t>
            </a:r>
            <a:br>
              <a:rPr lang="en-US" noProof="0" dirty="0"/>
            </a:br>
            <a:r>
              <a:rPr lang="en-US" noProof="0" dirty="0"/>
              <a:t>that the flow into equals </a:t>
            </a:r>
            <a:br>
              <a:rPr lang="en-US" noProof="0" dirty="0"/>
            </a:br>
            <a:r>
              <a:rPr lang="en-US" noProof="0" dirty="0"/>
              <a:t>the flow out of a node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561319" y="206827"/>
            <a:ext cx="110702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noProof="0" dirty="0"/>
              <a:t>Solving maximum flow using linear programming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9246270" y="1468281"/>
            <a:ext cx="2911490" cy="5215261"/>
            <a:chOff x="9246270" y="1468281"/>
            <a:chExt cx="2911490" cy="5065471"/>
          </a:xfrm>
        </p:grpSpPr>
        <p:sp>
          <p:nvSpPr>
            <p:cNvPr id="13" name="TextBox 12"/>
            <p:cNvSpPr txBox="1"/>
            <p:nvPr/>
          </p:nvSpPr>
          <p:spPr>
            <a:xfrm>
              <a:off x="9246270" y="1468281"/>
              <a:ext cx="2804646" cy="501675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defTabSz="180975"/>
              <a:r>
                <a:rPr lang="en-US" sz="2000" b="1" noProof="0" dirty="0"/>
                <a:t>Minimize</a:t>
              </a:r>
            </a:p>
            <a:p>
              <a:pPr defTabSz="180975"/>
              <a:r>
                <a:rPr lang="en-US" sz="2000" noProof="0" dirty="0">
                  <a:solidFill>
                    <a:srgbClr val="C00000"/>
                  </a:solidFill>
                </a:rPr>
                <a:t>	-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7</a:t>
              </a:r>
              <a:r>
                <a:rPr lang="en-US" sz="2000" noProof="0" dirty="0">
                  <a:solidFill>
                    <a:srgbClr val="C00000"/>
                  </a:solidFill>
                </a:rPr>
                <a:t> -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8</a:t>
              </a:r>
            </a:p>
            <a:p>
              <a:pPr defTabSz="180975"/>
              <a:r>
                <a:rPr lang="en-US" sz="2000" b="1" noProof="0" dirty="0"/>
                <a:t>Subject to</a:t>
              </a:r>
              <a:endParaRPr lang="en-US" sz="2000" b="1" baseline="-25000" noProof="0" dirty="0"/>
            </a:p>
            <a:p>
              <a:pPr defTabSz="180975"/>
              <a:r>
                <a:rPr lang="en-US" sz="2000" noProof="0" dirty="0">
                  <a:solidFill>
                    <a:schemeClr val="accent1">
                      <a:lumMod val="50000"/>
                    </a:schemeClr>
                  </a:solidFill>
                </a:rPr>
                <a:t>	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0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/>
                <a:t>≤ </a:t>
              </a:r>
              <a:r>
                <a:rPr lang="en-US" sz="2000" noProof="0" dirty="0">
                  <a:solidFill>
                    <a:schemeClr val="accent1">
                      <a:lumMod val="50000"/>
                    </a:schemeClr>
                  </a:solidFill>
                </a:rPr>
                <a:t>4</a:t>
              </a:r>
              <a:endParaRPr lang="en-US" sz="2000" baseline="-25000" noProof="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pPr defTabSz="180975"/>
              <a:r>
                <a:rPr lang="en-US" sz="2000" noProof="0" dirty="0">
                  <a:solidFill>
                    <a:srgbClr val="C00000"/>
                  </a:solidFill>
                </a:rPr>
                <a:t>	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1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/>
                <a:t>≤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>
                  <a:solidFill>
                    <a:schemeClr val="accent1">
                      <a:lumMod val="50000"/>
                    </a:schemeClr>
                  </a:solidFill>
                </a:rPr>
                <a:t>3</a:t>
              </a:r>
              <a:endParaRPr lang="en-US" sz="2000" baseline="-25000" noProof="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pPr defTabSz="180975"/>
              <a:r>
                <a:rPr lang="en-US" sz="2000" noProof="0" dirty="0">
                  <a:solidFill>
                    <a:srgbClr val="C00000"/>
                  </a:solidFill>
                </a:rPr>
                <a:t>	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2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/>
                <a:t>≤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  <a:endParaRPr lang="en-US" sz="2000" baseline="-25000" noProof="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pPr defTabSz="180975"/>
              <a:r>
                <a:rPr lang="en-US" sz="2000" noProof="0" dirty="0">
                  <a:solidFill>
                    <a:srgbClr val="C00000"/>
                  </a:solidFill>
                </a:rPr>
                <a:t>	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3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/>
                <a:t>≤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  <a:endParaRPr lang="en-US" sz="2000" baseline="-25000" noProof="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pPr defTabSz="180975"/>
              <a:r>
                <a:rPr lang="en-US" sz="2000" noProof="0" dirty="0">
                  <a:solidFill>
                    <a:srgbClr val="C00000"/>
                  </a:solidFill>
                </a:rPr>
                <a:t>	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4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/>
                <a:t>≤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>
                  <a:solidFill>
                    <a:schemeClr val="accent1">
                      <a:lumMod val="50000"/>
                    </a:schemeClr>
                  </a:solidFill>
                </a:rPr>
                <a:t>3</a:t>
              </a:r>
              <a:endParaRPr lang="en-US" sz="2000" baseline="-25000" noProof="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pPr defTabSz="180975"/>
              <a:r>
                <a:rPr lang="en-US" sz="2000" noProof="0" dirty="0">
                  <a:solidFill>
                    <a:srgbClr val="C00000"/>
                  </a:solidFill>
                </a:rPr>
                <a:t>	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5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/>
                <a:t>≤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  <a:endParaRPr lang="en-US" sz="2000" baseline="-25000" noProof="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pPr defTabSz="180975"/>
              <a:r>
                <a:rPr lang="en-US" sz="2000" noProof="0" dirty="0">
                  <a:solidFill>
                    <a:srgbClr val="C00000"/>
                  </a:solidFill>
                </a:rPr>
                <a:t>	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6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/>
                <a:t>≤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>
                  <a:solidFill>
                    <a:schemeClr val="accent1">
                      <a:lumMod val="50000"/>
                    </a:schemeClr>
                  </a:solidFill>
                </a:rPr>
                <a:t>3</a:t>
              </a:r>
              <a:endParaRPr lang="en-US" sz="2000" baseline="-25000" noProof="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pPr defTabSz="180975"/>
              <a:r>
                <a:rPr lang="en-US" sz="2000" noProof="0" dirty="0">
                  <a:solidFill>
                    <a:srgbClr val="C00000"/>
                  </a:solidFill>
                </a:rPr>
                <a:t>	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7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/>
                <a:t>≤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</a:p>
            <a:p>
              <a:pPr defTabSz="180975">
                <a:spcAft>
                  <a:spcPts val="600"/>
                </a:spcAft>
              </a:pPr>
              <a:r>
                <a:rPr lang="en-US" sz="2000" noProof="0" dirty="0">
                  <a:solidFill>
                    <a:srgbClr val="C00000"/>
                  </a:solidFill>
                </a:rPr>
                <a:t>	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8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/>
                <a:t>≤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>
                  <a:solidFill>
                    <a:schemeClr val="accent1">
                      <a:lumMod val="50000"/>
                    </a:schemeClr>
                  </a:solidFill>
                </a:rPr>
                <a:t>5</a:t>
              </a:r>
            </a:p>
            <a:p>
              <a:pPr defTabSz="180975"/>
              <a:r>
                <a:rPr lang="en-US" sz="2000" i="1" noProof="0" dirty="0">
                  <a:solidFill>
                    <a:srgbClr val="C00000"/>
                  </a:solidFill>
                </a:rPr>
                <a:t>	</a:t>
              </a:r>
              <a:r>
                <a:rPr lang="en-US" sz="2000" noProof="0" dirty="0"/>
                <a:t>0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/>
                <a:t>=</a:t>
              </a:r>
              <a:r>
                <a:rPr lang="en-US" sz="2000" noProof="0" dirty="0">
                  <a:solidFill>
                    <a:srgbClr val="C00000"/>
                  </a:solidFill>
                </a:rPr>
                <a:t> -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1</a:t>
              </a:r>
              <a:r>
                <a:rPr lang="en-US" sz="2000" noProof="0" dirty="0">
                  <a:solidFill>
                    <a:srgbClr val="C00000"/>
                  </a:solidFill>
                </a:rPr>
                <a:t> +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4 </a:t>
              </a:r>
              <a:r>
                <a:rPr lang="en-US" sz="2000" noProof="0" dirty="0">
                  <a:solidFill>
                    <a:srgbClr val="C00000"/>
                  </a:solidFill>
                </a:rPr>
                <a:t>+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5</a:t>
              </a:r>
            </a:p>
            <a:p>
              <a:pPr defTabSz="180975"/>
              <a:r>
                <a:rPr lang="en-US" sz="2000" i="1" noProof="0" dirty="0">
                  <a:solidFill>
                    <a:srgbClr val="C00000"/>
                  </a:solidFill>
                </a:rPr>
                <a:t>	</a:t>
              </a:r>
              <a:r>
                <a:rPr lang="en-US" sz="2000" noProof="0" dirty="0"/>
                <a:t>0 = </a:t>
              </a:r>
              <a:r>
                <a:rPr lang="en-US" sz="2000" noProof="0" dirty="0">
                  <a:solidFill>
                    <a:srgbClr val="C00000"/>
                  </a:solidFill>
                </a:rPr>
                <a:t>-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 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0 </a:t>
              </a:r>
              <a:r>
                <a:rPr lang="en-US" sz="2000" noProof="0" dirty="0">
                  <a:solidFill>
                    <a:srgbClr val="C00000"/>
                  </a:solidFill>
                </a:rPr>
                <a:t>+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2 </a:t>
              </a:r>
              <a:r>
                <a:rPr lang="en-US" sz="2000" noProof="0" dirty="0">
                  <a:solidFill>
                    <a:srgbClr val="C00000"/>
                  </a:solidFill>
                </a:rPr>
                <a:t>+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3</a:t>
              </a:r>
            </a:p>
            <a:p>
              <a:pPr defTabSz="180975"/>
              <a:r>
                <a:rPr lang="en-US" sz="2000" i="1" noProof="0" dirty="0">
                  <a:solidFill>
                    <a:srgbClr val="C00000"/>
                  </a:solidFill>
                </a:rPr>
                <a:t>	</a:t>
              </a:r>
              <a:r>
                <a:rPr lang="en-US" sz="2000" noProof="0" dirty="0"/>
                <a:t>0 =</a:t>
              </a:r>
              <a:r>
                <a:rPr lang="en-US" sz="2000" noProof="0" dirty="0">
                  <a:solidFill>
                    <a:srgbClr val="C00000"/>
                  </a:solidFill>
                </a:rPr>
                <a:t> -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3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>
                  <a:solidFill>
                    <a:srgbClr val="C00000"/>
                  </a:solidFill>
                </a:rPr>
                <a:t>-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5 </a:t>
              </a:r>
              <a:r>
                <a:rPr lang="en-US" sz="2000" noProof="0" dirty="0">
                  <a:solidFill>
                    <a:srgbClr val="C00000"/>
                  </a:solidFill>
                </a:rPr>
                <a:t>-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6 </a:t>
              </a:r>
              <a:r>
                <a:rPr lang="en-US" sz="2000" noProof="0" dirty="0">
                  <a:solidFill>
                    <a:srgbClr val="C00000"/>
                  </a:solidFill>
                </a:rPr>
                <a:t>+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8</a:t>
              </a:r>
            </a:p>
            <a:p>
              <a:pPr defTabSz="180975"/>
              <a:r>
                <a:rPr lang="en-US" sz="2000" i="1" noProof="0" dirty="0">
                  <a:solidFill>
                    <a:srgbClr val="C00000"/>
                  </a:solidFill>
                </a:rPr>
                <a:t>	</a:t>
              </a:r>
              <a:r>
                <a:rPr lang="en-US" sz="2000" noProof="0" dirty="0"/>
                <a:t>0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noProof="0" dirty="0"/>
                <a:t>=</a:t>
              </a:r>
              <a:r>
                <a:rPr lang="en-US" sz="2000" noProof="0" dirty="0">
                  <a:solidFill>
                    <a:srgbClr val="C00000"/>
                  </a:solidFill>
                </a:rPr>
                <a:t> -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2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 -</a:t>
              </a:r>
              <a:r>
                <a:rPr lang="en-US" sz="2000" noProof="0" dirty="0">
                  <a:solidFill>
                    <a:srgbClr val="C00000"/>
                  </a:solidFill>
                </a:rPr>
                <a:t>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4 </a:t>
              </a:r>
              <a:r>
                <a:rPr lang="en-US" sz="2000" noProof="0" dirty="0">
                  <a:solidFill>
                    <a:srgbClr val="C00000"/>
                  </a:solidFill>
                </a:rPr>
                <a:t>+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6 </a:t>
              </a:r>
              <a:r>
                <a:rPr lang="en-US" sz="2000" noProof="0" dirty="0">
                  <a:solidFill>
                    <a:srgbClr val="C00000"/>
                  </a:solidFill>
                </a:rPr>
                <a:t>+ </a:t>
              </a:r>
              <a:r>
                <a:rPr lang="en-US" sz="2000" i="1" noProof="0" dirty="0">
                  <a:solidFill>
                    <a:srgbClr val="C00000"/>
                  </a:solidFill>
                </a:rPr>
                <a:t>x</a:t>
              </a:r>
              <a:r>
                <a:rPr lang="en-US" sz="2000" baseline="-25000" noProof="0" dirty="0">
                  <a:solidFill>
                    <a:srgbClr val="C00000"/>
                  </a:solidFill>
                </a:rPr>
                <a:t>7</a:t>
              </a:r>
            </a:p>
          </p:txBody>
        </p:sp>
        <p:sp>
          <p:nvSpPr>
            <p:cNvPr id="14" name="Right Brace 13"/>
            <p:cNvSpPr/>
            <p:nvPr/>
          </p:nvSpPr>
          <p:spPr>
            <a:xfrm>
              <a:off x="11495510" y="2448384"/>
              <a:ext cx="60158" cy="2608968"/>
            </a:xfrm>
            <a:prstGeom prst="rightBrace">
              <a:avLst>
                <a:gd name="adj1" fmla="val 53195"/>
                <a:gd name="adj2" fmla="val 5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TextBox 14"/>
            <p:cNvSpPr txBox="1"/>
            <p:nvPr/>
          </p:nvSpPr>
          <p:spPr>
            <a:xfrm rot="16200000">
              <a:off x="11190389" y="3571344"/>
              <a:ext cx="1278592" cy="512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noProof="0" dirty="0"/>
                <a:t>capacity constraints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 rot="16200000">
              <a:off x="11131551" y="5579458"/>
              <a:ext cx="1396268" cy="512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noProof="0" dirty="0"/>
                <a:t>flow conservation</a:t>
              </a:r>
            </a:p>
          </p:txBody>
        </p:sp>
        <p:sp>
          <p:nvSpPr>
            <p:cNvPr id="17" name="Right Brace 16"/>
            <p:cNvSpPr/>
            <p:nvPr/>
          </p:nvSpPr>
          <p:spPr>
            <a:xfrm>
              <a:off x="11489589" y="5225498"/>
              <a:ext cx="72000" cy="1080000"/>
            </a:xfrm>
            <a:prstGeom prst="rightBrace">
              <a:avLst>
                <a:gd name="adj1" fmla="val 103142"/>
                <a:gd name="adj2" fmla="val 5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1169416" y="1765390"/>
              <a:ext cx="988344" cy="5027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noProof="0" dirty="0"/>
                <a:t>flow value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9408567" y="1807782"/>
            <a:ext cx="2695771" cy="4706723"/>
            <a:chOff x="9408567" y="1807782"/>
            <a:chExt cx="2695771" cy="4706723"/>
          </a:xfrm>
        </p:grpSpPr>
        <p:sp>
          <p:nvSpPr>
            <p:cNvPr id="23" name="TextBox 22"/>
            <p:cNvSpPr txBox="1"/>
            <p:nvPr/>
          </p:nvSpPr>
          <p:spPr>
            <a:xfrm>
              <a:off x="10335211" y="1807782"/>
              <a:ext cx="12964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noProof="0" dirty="0" err="1"/>
                <a:t>c</a:t>
              </a:r>
              <a:r>
                <a:rPr lang="en-US" baseline="30000" noProof="0" dirty="0" err="1"/>
                <a:t>T</a:t>
              </a:r>
              <a:r>
                <a:rPr lang="en-US" noProof="0" dirty="0" err="1"/>
                <a:t>∙</a:t>
              </a:r>
              <a:r>
                <a:rPr lang="en-US" i="1" noProof="0" dirty="0" err="1"/>
                <a:t>x</a:t>
              </a:r>
              <a:endParaRPr lang="en-US" baseline="-25000" noProof="0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414711" y="2424363"/>
              <a:ext cx="794084" cy="277929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212906" y="3307568"/>
              <a:ext cx="12964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noProof="0" dirty="0" err="1"/>
                <a:t>A</a:t>
              </a:r>
              <a:r>
                <a:rPr lang="en-US" baseline="-25000" noProof="0" dirty="0" err="1"/>
                <a:t>ub</a:t>
              </a:r>
              <a:r>
                <a:rPr lang="en-US" noProof="0" dirty="0" err="1"/>
                <a:t>∙</a:t>
              </a:r>
              <a:r>
                <a:rPr lang="en-US" i="1" noProof="0" dirty="0" err="1"/>
                <a:t>x</a:t>
              </a:r>
              <a:r>
                <a:rPr lang="en-US" noProof="0" dirty="0"/>
                <a:t> ≤ </a:t>
              </a:r>
              <a:r>
                <a:rPr lang="en-US" i="1" noProof="0" dirty="0"/>
                <a:t>b</a:t>
              </a:r>
              <a:r>
                <a:rPr lang="en-US" baseline="-25000" noProof="0" dirty="0"/>
                <a:t>ub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9408567" y="1884948"/>
              <a:ext cx="926058" cy="26110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9413821" y="5277006"/>
              <a:ext cx="2034811" cy="12374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542288" y="4947971"/>
              <a:ext cx="15620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noProof="0" dirty="0" err="1"/>
                <a:t>A</a:t>
              </a:r>
              <a:r>
                <a:rPr lang="en-US" baseline="-25000" noProof="0" dirty="0" err="1"/>
                <a:t>eq</a:t>
              </a:r>
              <a:r>
                <a:rPr lang="en-US" noProof="0" dirty="0" err="1"/>
                <a:t>∙</a:t>
              </a:r>
              <a:r>
                <a:rPr lang="en-US" i="1" noProof="0" dirty="0" err="1"/>
                <a:t>x</a:t>
              </a:r>
              <a:r>
                <a:rPr lang="en-US" noProof="0" dirty="0"/>
                <a:t> = </a:t>
              </a:r>
              <a:r>
                <a:rPr lang="en-US" i="1" noProof="0" dirty="0" err="1"/>
                <a:t>b</a:t>
              </a:r>
              <a:r>
                <a:rPr lang="en-US" baseline="-25000" noProof="0" dirty="0" err="1"/>
                <a:t>eq</a:t>
              </a:r>
              <a:r>
                <a:rPr lang="en-US" noProof="0" dirty="0"/>
                <a:t> = 0</a:t>
              </a:r>
              <a:endParaRPr lang="en-US" baseline="-25000" noProof="0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0179425" y="3804197"/>
              <a:ext cx="14711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noProof="0" dirty="0" err="1"/>
                <a:t>I</a:t>
              </a:r>
              <a:r>
                <a:rPr lang="en-US" noProof="0" dirty="0" err="1"/>
                <a:t>∙</a:t>
              </a:r>
              <a:r>
                <a:rPr lang="en-US" i="1" noProof="0" dirty="0" err="1"/>
                <a:t>x</a:t>
              </a:r>
              <a:r>
                <a:rPr lang="en-US" noProof="0" dirty="0"/>
                <a:t> ≤ capacity</a:t>
              </a:r>
              <a:endParaRPr lang="en-US" baseline="-25000" noProof="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 rot="5400000" flipH="1">
                <a:off x="10490697" y="3541378"/>
                <a:ext cx="604789" cy="4448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⇔"/>
                          <m:vertJc m:val="bot"/>
                          <m:ctrlPr>
                            <a:rPr lang="en-US" sz="1600" b="1" i="1" noProof="0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</m:oMath>
                  </m:oMathPara>
                </a14:m>
                <a:endParaRPr lang="en-US" sz="1600" noProof="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 flipH="1">
                <a:off x="10490697" y="3541378"/>
                <a:ext cx="604789" cy="444802"/>
              </a:xfrm>
              <a:prstGeom prst="rect">
                <a:avLst/>
              </a:prstGeom>
              <a:blipFill>
                <a:blip r:embed="rId2"/>
                <a:stretch>
                  <a:fillRect l="-58904" t="-3030" r="-5479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8D75D91-C3EF-39E4-9A89-F2C611CED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749" y="4910986"/>
            <a:ext cx="4054288" cy="160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159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229484"/>
              </p:ext>
            </p:extLst>
          </p:nvPr>
        </p:nvGraphicFramePr>
        <p:xfrm>
          <a:off x="190975" y="266795"/>
          <a:ext cx="7517130" cy="579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71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maximum-flow.py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np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scipy.optimize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linprog</a:t>
                      </a:r>
                      <a:endParaRPr lang="en-US" sz="16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                         </a:t>
                      </a:r>
                      <a:r>
                        <a:rPr lang="en-US" sz="1600" b="1" i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0  1  2  3  4  5  6  7  8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conservation =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np.array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([[ 0,-1, 0, 0, 1, 1, 0, 0, 0],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B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  [-1, 0, 1, 1, 0, 0, 0, 0, 0],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  [ 0, 0, 0,-1, 0,-1,-1, 0, 1],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  [ 0, 0,-1, 0,-1, 0, 1, 1, 0]])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</a:t>
                      </a:r>
                    </a:p>
                    <a:p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                </a:t>
                      </a:r>
                      <a:r>
                        <a:rPr lang="en-US" sz="1600" b="1" i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0  1  2  3  4  5  6  7  8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sinks =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np.array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([0, 0, 0, 0, 0, 0, 0, 1, 1])</a:t>
                      </a:r>
                    </a:p>
                    <a:p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                   </a:t>
                      </a:r>
                      <a:r>
                        <a:rPr lang="en-US" sz="1600" b="1" i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0  1  2  3  4  5  6  7  8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capacity =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np.array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3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1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1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3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1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3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1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5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res =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linprog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(-sinks, 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A_eq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=conservation, 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b_eq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np.zeros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conservation.shape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[0]),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A_ub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np.eye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capacity.size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), 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b_ub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=capacity)</a:t>
                      </a:r>
                    </a:p>
                    <a:p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print(res)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171985"/>
              </p:ext>
            </p:extLst>
          </p:nvPr>
        </p:nvGraphicFramePr>
        <p:xfrm>
          <a:off x="6178450" y="5219765"/>
          <a:ext cx="5888324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8324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1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1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message: Optimization terminated successfully.</a:t>
                      </a:r>
                      <a:br>
                        <a:rPr lang="en-US" sz="11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1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(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HiGHS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Status 7: Optimal)</a:t>
                      </a:r>
                      <a:br>
                        <a:rPr lang="en-US" sz="11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1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success: True</a:t>
                      </a:r>
                      <a:br>
                        <a:rPr lang="en-US" sz="11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1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status: 0</a:t>
                      </a:r>
                      <a:br>
                        <a:rPr lang="en-US" sz="11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1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fun: -5.0</a:t>
                      </a:r>
                      <a:br>
                        <a:rPr lang="en-US" sz="11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1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x: [</a:t>
                      </a:r>
                      <a:r>
                        <a:rPr lang="en-US" sz="110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2.000e+00  3.000e+00  1.000e+00  </a:t>
                      </a:r>
                      <a:r>
                        <a:rPr lang="en-US" sz="1100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1.000e+00</a:t>
                      </a:r>
                      <a:r>
                        <a:rPr lang="en-US" sz="110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2.000e+00</a:t>
                      </a:r>
                      <a:br>
                        <a:rPr lang="en-US" sz="110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10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1.000e+00  2.000e+00  1.000e+00  4.000e+00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>
            <a:cxnSpLocks/>
          </p:cNvCxnSpPr>
          <p:nvPr/>
        </p:nvCxnSpPr>
        <p:spPr>
          <a:xfrm flipH="1">
            <a:off x="5688460" y="6460874"/>
            <a:ext cx="1264483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33724" y="6115358"/>
            <a:ext cx="2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solidFill>
                  <a:srgbClr val="C00000"/>
                </a:solidFill>
              </a:rPr>
              <a:t>the solution found varies with the </a:t>
            </a:r>
            <a:r>
              <a:rPr lang="en-US" noProof="0" dirty="0" err="1">
                <a:solidFill>
                  <a:srgbClr val="C00000"/>
                </a:solidFill>
              </a:rPr>
              <a:t>scipy</a:t>
            </a:r>
            <a:r>
              <a:rPr lang="en-US" noProof="0" dirty="0">
                <a:solidFill>
                  <a:srgbClr val="C00000"/>
                </a:solidFill>
              </a:rPr>
              <a:t> version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D769A4-3D29-D5AA-40CD-D03ADD3B32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926" y="6235571"/>
            <a:ext cx="487666" cy="40590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C5726E1-8879-4ACB-4F33-1AA43919DF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20" r="3666"/>
          <a:stretch>
            <a:fillRect/>
          </a:stretch>
        </p:blipFill>
        <p:spPr>
          <a:xfrm>
            <a:off x="7817382" y="641327"/>
            <a:ext cx="4249392" cy="187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1260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89645-4390-F9F5-1C4E-FD74EB187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4A49A-9B82-3940-D8A0-582CCC99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01" y="2668487"/>
            <a:ext cx="10515600" cy="1325563"/>
          </a:xfrm>
        </p:spPr>
        <p:txBody>
          <a:bodyPr/>
          <a:lstStyle/>
          <a:p>
            <a:pPr algn="ctr"/>
            <a:r>
              <a:rPr lang="en-US" noProof="0" dirty="0"/>
              <a:t>Mixed integer linear </a:t>
            </a:r>
            <a:r>
              <a:rPr lang="en-US" dirty="0"/>
              <a:t>p</a:t>
            </a:r>
            <a:r>
              <a:rPr lang="en-US" noProof="0" dirty="0" err="1"/>
              <a:t>rogramming</a:t>
            </a:r>
            <a:r>
              <a:rPr lang="en-US" noProof="0" dirty="0"/>
              <a:t> (MILP</a:t>
            </a:r>
            <a:r>
              <a:rPr lang="en-US" dirty="0"/>
              <a:t>)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9500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64E8F8-C911-9D66-B712-4B2979E33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828" y="2919089"/>
            <a:ext cx="4589737" cy="39389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5E5416-EB0F-ACA7-0B19-9C9A618A9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9725"/>
            <a:ext cx="10515600" cy="1325563"/>
          </a:xfrm>
        </p:spPr>
        <p:txBody>
          <a:bodyPr/>
          <a:lstStyle/>
          <a:p>
            <a:r>
              <a:rPr lang="en-US" noProof="0" dirty="0"/>
              <a:t>Mixed integer linear programming (MILP)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E2252-3B47-3250-9646-75C4448A3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35651"/>
            <a:ext cx="11116235" cy="1603375"/>
          </a:xfrm>
        </p:spPr>
        <p:txBody>
          <a:bodyPr>
            <a:normAutofit/>
          </a:bodyPr>
          <a:lstStyle/>
          <a:p>
            <a:r>
              <a:rPr lang="en-US" noProof="0" dirty="0"/>
              <a:t>Combines arithmetic with logic (binary, integer and continuous variables)</a:t>
            </a:r>
          </a:p>
          <a:p>
            <a:r>
              <a:rPr lang="en-US" dirty="0"/>
              <a:t>Open-source solver: </a:t>
            </a:r>
            <a:r>
              <a:rPr lang="en-US" dirty="0" err="1"/>
              <a:t>scipy.optimize.milp</a:t>
            </a:r>
            <a:r>
              <a:rPr lang="en-US" dirty="0"/>
              <a:t> (uses the </a:t>
            </a:r>
            <a:r>
              <a:rPr lang="en-US" dirty="0" err="1">
                <a:hlinkClick r:id="rId4"/>
              </a:rPr>
              <a:t>HiGHS</a:t>
            </a:r>
            <a:r>
              <a:rPr lang="en-US" dirty="0">
                <a:hlinkClick r:id="rId4"/>
              </a:rPr>
              <a:t> solver</a:t>
            </a:r>
            <a:r>
              <a:rPr lang="en-US" dirty="0"/>
              <a:t>)</a:t>
            </a:r>
            <a:endParaRPr lang="en-US" noProof="0" dirty="0"/>
          </a:p>
          <a:p>
            <a:r>
              <a:rPr lang="en-US" noProof="0" dirty="0"/>
              <a:t>State-of-the-art commercial MILP solver</a:t>
            </a:r>
            <a:r>
              <a:rPr lang="en-US" dirty="0"/>
              <a:t>: </a:t>
            </a:r>
            <a:r>
              <a:rPr lang="en-US" dirty="0" err="1"/>
              <a:t>Gurobi</a:t>
            </a:r>
            <a:r>
              <a:rPr lang="en-US" dirty="0"/>
              <a:t> (</a:t>
            </a:r>
            <a:r>
              <a:rPr lang="en-US" noProof="0" dirty="0"/>
              <a:t>free </a:t>
            </a:r>
            <a:r>
              <a:rPr lang="en-US" noProof="0" dirty="0">
                <a:hlinkClick r:id="rId5"/>
              </a:rPr>
              <a:t>academic license</a:t>
            </a:r>
            <a:r>
              <a:rPr lang="en-US" dirty="0"/>
              <a:t>)</a:t>
            </a:r>
            <a:endParaRPr lang="en-US" noProof="0" dirty="0"/>
          </a:p>
          <a:p>
            <a:pPr marL="0" indent="0">
              <a:buNone/>
            </a:pPr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37AB3F-DEE1-EB1C-C448-98336E9511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023201"/>
              </p:ext>
            </p:extLst>
          </p:nvPr>
        </p:nvGraphicFramePr>
        <p:xfrm>
          <a:off x="954426" y="3086088"/>
          <a:ext cx="518191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91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574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gurobi-example.py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2227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gurobipy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</a:t>
                      </a:r>
                      <a:endParaRPr lang="en-US" sz="14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 =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gp.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Model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m.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addVar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vtype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gp.GRB.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INTEGER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m.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addVar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vtype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gp.GRB.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INTEGER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m.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setObjective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 * x + 3 * y,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gp.GRB.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MAXIMIZE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m.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addConstr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 * x + 5 * y &lt;= 20)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m.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addConstr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 * x + 2 * y &lt;= 14)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m.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optimize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print(f'{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m.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objVal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=} for {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x.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=} and {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y.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=}')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574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257422">
                <a:tc>
                  <a:txBody>
                    <a:bodyPr/>
                    <a:lstStyle/>
                    <a:p>
                      <a:pPr marL="266700" indent="-266700"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...verbose </a:t>
                      </a:r>
                      <a:r>
                        <a:rPr lang="en-US" sz="14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Gurobi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default output...</a:t>
                      </a:r>
                      <a:b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m.objVal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=13.0 for </a:t>
                      </a:r>
                      <a:r>
                        <a:rPr lang="en-US" sz="14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x.x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=2.0 and </a:t>
                      </a:r>
                      <a:r>
                        <a:rPr lang="en-US" sz="14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y.x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=3.0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74288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FAB24-FFFD-E936-B2BF-4A5899607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88A31-B8A3-A4FA-CC27-EDCC06C85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9725"/>
            <a:ext cx="10515600" cy="1325563"/>
          </a:xfrm>
        </p:spPr>
        <p:txBody>
          <a:bodyPr/>
          <a:lstStyle/>
          <a:p>
            <a:r>
              <a:rPr lang="en-US" noProof="0" dirty="0"/>
              <a:t>Installing </a:t>
            </a:r>
            <a:r>
              <a:rPr lang="en-US" noProof="0" dirty="0" err="1"/>
              <a:t>Gurobi</a:t>
            </a:r>
            <a:r>
              <a:rPr lang="en-US" noProof="0" dirty="0"/>
              <a:t> – free </a:t>
            </a:r>
            <a:r>
              <a:rPr lang="en-US" dirty="0"/>
              <a:t>a</a:t>
            </a:r>
            <a:r>
              <a:rPr lang="en-US" noProof="0" dirty="0" err="1"/>
              <a:t>cademic</a:t>
            </a:r>
            <a:r>
              <a:rPr lang="en-US" noProof="0" dirty="0"/>
              <a:t> 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99BBA-86CC-C027-5F9E-0CB51C69E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21253" cy="4351338"/>
          </a:xfrm>
        </p:spPr>
        <p:txBody>
          <a:bodyPr>
            <a:normAutofit/>
          </a:bodyPr>
          <a:lstStyle/>
          <a:p>
            <a:r>
              <a:rPr lang="en-US" dirty="0"/>
              <a:t>Create a user account at </a:t>
            </a:r>
            <a:r>
              <a:rPr lang="en-US" dirty="0">
                <a:hlinkClick r:id="rId3"/>
              </a:rPr>
              <a:t>gurobi.com</a:t>
            </a:r>
            <a:endParaRPr lang="en-US" dirty="0"/>
          </a:p>
          <a:p>
            <a:r>
              <a:rPr lang="en-US" dirty="0"/>
              <a:t>Get a personal free </a:t>
            </a:r>
            <a:r>
              <a:rPr lang="en-US" dirty="0">
                <a:hlinkClick r:id="rId4"/>
              </a:rPr>
              <a:t>academic license</a:t>
            </a:r>
            <a:r>
              <a:rPr lang="en-US" dirty="0"/>
              <a:t> for </a:t>
            </a:r>
            <a:r>
              <a:rPr lang="en-US" dirty="0" err="1"/>
              <a:t>Gurobi</a:t>
            </a:r>
            <a:r>
              <a:rPr lang="en-US" dirty="0"/>
              <a:t> </a:t>
            </a:r>
            <a:br>
              <a:rPr lang="en-US" dirty="0"/>
            </a:br>
            <a:r>
              <a:rPr lang="en-US" sz="2200" dirty="0"/>
              <a:t>(requires you to be on the university network when requesting your personal license key or that you </a:t>
            </a:r>
            <a:r>
              <a:rPr lang="en-US" sz="2200" dirty="0">
                <a:hlinkClick r:id="rId5"/>
              </a:rPr>
              <a:t>VPN</a:t>
            </a:r>
            <a:r>
              <a:rPr lang="en-US" sz="2200" dirty="0"/>
              <a:t> to the university network)</a:t>
            </a:r>
          </a:p>
          <a:p>
            <a:r>
              <a:rPr lang="en-US" dirty="0"/>
              <a:t>Download and install the </a:t>
            </a:r>
            <a:r>
              <a:rPr lang="en-US" dirty="0" err="1">
                <a:hlinkClick r:id="rId6"/>
              </a:rPr>
              <a:t>Gurobi</a:t>
            </a:r>
            <a:r>
              <a:rPr lang="en-US" dirty="0">
                <a:hlinkClick r:id="rId6"/>
              </a:rPr>
              <a:t> Optimizer</a:t>
            </a:r>
            <a:endParaRPr lang="en-US" dirty="0"/>
          </a:p>
          <a:p>
            <a:r>
              <a:rPr lang="en-US" dirty="0"/>
              <a:t>Run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grbgetkey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license key</a:t>
            </a:r>
            <a:r>
              <a:rPr lang="en-US" dirty="0"/>
              <a:t>  from a terminal</a:t>
            </a:r>
            <a:br>
              <a:rPr lang="en-US" dirty="0"/>
            </a:br>
            <a:r>
              <a:rPr lang="en-US" sz="2200" dirty="0"/>
              <a:t>(personal license key received in step 2, can also be found on your </a:t>
            </a:r>
            <a:r>
              <a:rPr lang="en-US" sz="2200" dirty="0" err="1"/>
              <a:t>Gurobi</a:t>
            </a:r>
            <a:r>
              <a:rPr lang="en-US" sz="2200" dirty="0"/>
              <a:t> user portal)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 -m pip 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gurobipy</a:t>
            </a: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endParaRPr lang="en-US" noProof="0" dirty="0"/>
          </a:p>
        </p:txBody>
      </p:sp>
      <p:pic>
        <p:nvPicPr>
          <p:cNvPr id="1026" name="Picture 2" descr="Careers | Gurobi">
            <a:extLst>
              <a:ext uri="{FF2B5EF4-FFF2-40B4-BE49-F238E27FC236}">
                <a16:creationId xmlns:a16="http://schemas.microsoft.com/office/drawing/2014/main" id="{3C5246D8-2979-AAF2-A0E3-3F51ECAC4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2444" y="5691215"/>
            <a:ext cx="2694709" cy="1157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169433-4BF7-A935-09B1-6202E43343B7}"/>
              </a:ext>
            </a:extLst>
          </p:cNvPr>
          <p:cNvSpPr txBox="1"/>
          <p:nvPr/>
        </p:nvSpPr>
        <p:spPr>
          <a:xfrm>
            <a:off x="8892428" y="6479226"/>
            <a:ext cx="3299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hlinkClick r:id="rId8"/>
              </a:rPr>
              <a:t>www.gurobi.com/getting-started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50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7F7F7F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49784</TotalTime>
  <Words>3349</Words>
  <Application>Microsoft Office PowerPoint</Application>
  <PresentationFormat>Widescreen</PresentationFormat>
  <Paragraphs>362</Paragraphs>
  <Slides>25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Linear programming</vt:lpstr>
      <vt:lpstr>PageRank</vt:lpstr>
      <vt:lpstr>PageRank - A NumPy / Jupyter / matplotlib example</vt:lpstr>
      <vt:lpstr>Five different ways to compute  PageRank probabilities</vt:lpstr>
      <vt:lpstr>Random surfer model (simplified)</vt:lpstr>
      <vt:lpstr>PowerPoint Presentation</vt:lpstr>
      <vt:lpstr> </vt:lpstr>
      <vt:lpstr> </vt:lpstr>
      <vt:lpstr> </vt:lpstr>
      <vt:lpstr>Transition matrix A</vt:lpstr>
      <vt:lpstr>Repeated matrix multiplication</vt:lpstr>
      <vt:lpstr> </vt:lpstr>
      <vt:lpstr>Repeated squaring</vt:lpstr>
      <vt:lpstr>PageRank : Computing eigenvector for λ = 1</vt:lpstr>
      <vt:lpstr>PageRank : Note on practicality</vt:lpstr>
      <vt:lpstr>Linear programming (LP):  scipy.optimize.linprog</vt:lpstr>
      <vt:lpstr>scipy.optimize.linprog</vt:lpstr>
      <vt:lpstr>Linear programming (LP) example</vt:lpstr>
      <vt:lpstr>Example linear programming (LP): Maxmium flow</vt:lpstr>
      <vt:lpstr>PowerPoint Presentation</vt:lpstr>
      <vt:lpstr>PowerPoint Presentation</vt:lpstr>
      <vt:lpstr>PowerPoint Presentation</vt:lpstr>
      <vt:lpstr>Mixed integer linear programming (MILP)</vt:lpstr>
      <vt:lpstr>Mixed integer linear programming (MILP)</vt:lpstr>
      <vt:lpstr>Installing Gurobi – free academic version</vt:lpstr>
    </vt:vector>
  </TitlesOfParts>
  <Company>Aarhus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Gerth Stølting Brodal</dc:creator>
  <cp:lastModifiedBy>Gerth Stølting Brodal</cp:lastModifiedBy>
  <cp:revision>1713</cp:revision>
  <dcterms:created xsi:type="dcterms:W3CDTF">2017-10-19T06:54:16Z</dcterms:created>
  <dcterms:modified xsi:type="dcterms:W3CDTF">2026-04-13T11:21:51Z</dcterms:modified>
</cp:coreProperties>
</file>