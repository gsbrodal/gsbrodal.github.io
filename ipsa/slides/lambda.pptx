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613" r:id="rId2"/>
    <p:sldId id="614" r:id="rId3"/>
    <p:sldId id="477" r:id="rId4"/>
    <p:sldId id="618" r:id="rId5"/>
    <p:sldId id="620" r:id="rId6"/>
    <p:sldId id="619" r:id="rId7"/>
    <p:sldId id="621" r:id="rId8"/>
    <p:sldId id="615" r:id="rId9"/>
    <p:sldId id="611" r:id="rId10"/>
    <p:sldId id="623" r:id="rId11"/>
    <p:sldId id="617" r:id="rId12"/>
    <p:sldId id="616" r:id="rId13"/>
    <p:sldId id="584" r:id="rId14"/>
    <p:sldId id="510" r:id="rId15"/>
    <p:sldId id="622" r:id="rId16"/>
    <p:sldId id="629" r:id="rId17"/>
    <p:sldId id="630" r:id="rId18"/>
    <p:sldId id="626" r:id="rId19"/>
    <p:sldId id="624" r:id="rId20"/>
    <p:sldId id="625" r:id="rId21"/>
    <p:sldId id="628" r:id="rId2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4" autoAdjust="0"/>
    <p:restoredTop sz="83179" autoAdjust="0"/>
  </p:normalViewPr>
  <p:slideViewPr>
    <p:cSldViewPr snapToGrid="0">
      <p:cViewPr varScale="1">
        <p:scale>
          <a:sx n="49" d="100"/>
          <a:sy n="49" d="100"/>
        </p:scale>
        <p:origin x="1036" y="52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modSld">
      <pc:chgData name="Gerth Stølting Brodal" userId="04ef4784-6591-4f86-a140-f5c3b108582a" providerId="ADAL" clId="{73BAC7D6-516A-44B5-B4B0-C7B08CA8B392}" dt="2026-03-02T05:55:22.769" v="363" actId="790"/>
      <pc:docMkLst>
        <pc:docMk/>
      </pc:docMkLst>
      <pc:sldChg chg="modSp mod">
        <pc:chgData name="Gerth Stølting Brodal" userId="04ef4784-6591-4f86-a140-f5c3b108582a" providerId="ADAL" clId="{73BAC7D6-516A-44B5-B4B0-C7B08CA8B392}" dt="2026-03-02T05:55:22.769" v="363" actId="790"/>
        <pc:sldMkLst>
          <pc:docMk/>
          <pc:sldMk cId="2553496854" sldId="614"/>
        </pc:sldMkLst>
        <pc:spChg chg="mod">
          <ac:chgData name="Gerth Stølting Brodal" userId="04ef4784-6591-4f86-a140-f5c3b108582a" providerId="ADAL" clId="{73BAC7D6-516A-44B5-B4B0-C7B08CA8B392}" dt="2026-03-02T05:55:22.769" v="363" actId="790"/>
          <ac:spMkLst>
            <pc:docMk/>
            <pc:sldMk cId="2553496854" sldId="61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02T05:55:22.769" v="363" actId="790"/>
          <ac:spMkLst>
            <pc:docMk/>
            <pc:sldMk cId="2553496854" sldId="614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3-02T05:55:22.769" v="363" actId="790"/>
          <ac:graphicFrameMkLst>
            <pc:docMk/>
            <pc:sldMk cId="2553496854" sldId="614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2-19T21:36:18.114" v="73" actId="20577"/>
        <pc:sldMkLst>
          <pc:docMk/>
          <pc:sldMk cId="1968763958" sldId="615"/>
        </pc:sldMkLst>
        <pc:graphicFrameChg chg="mod modGraphic">
          <ac:chgData name="Gerth Stølting Brodal" userId="04ef4784-6591-4f86-a140-f5c3b108582a" providerId="ADAL" clId="{73BAC7D6-516A-44B5-B4B0-C7B08CA8B392}" dt="2026-02-19T21:36:18.114" v="73" actId="20577"/>
          <ac:graphicFrameMkLst>
            <pc:docMk/>
            <pc:sldMk cId="1968763958" sldId="615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2-19T22:16:26.747" v="362" actId="1036"/>
        <pc:sldMkLst>
          <pc:docMk/>
          <pc:sldMk cId="2156517149" sldId="622"/>
        </pc:sldMkLst>
        <pc:graphicFrameChg chg="mod modGraphic">
          <ac:chgData name="Gerth Stølting Brodal" userId="04ef4784-6591-4f86-a140-f5c3b108582a" providerId="ADAL" clId="{73BAC7D6-516A-44B5-B4B0-C7B08CA8B392}" dt="2026-02-19T22:16:26.747" v="362" actId="1036"/>
          <ac:graphicFrameMkLst>
            <pc:docMk/>
            <pc:sldMk cId="2156517149" sldId="622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none" dirty="0"/>
              <a:t>Brodal, Mampentzidis, </a:t>
            </a:r>
            <a:r>
              <a:rPr lang="en-US" i="1" u="none" dirty="0"/>
              <a:t>Cache Oblivious Algorithms for Computing the Triplet Distance Between Trees</a:t>
            </a:r>
            <a:r>
              <a:rPr lang="en-US" u="none" dirty="0"/>
              <a:t>. In ACM JEA, 2021 handles trees with 16.000.000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28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Don’t</a:t>
            </a:r>
            <a:r>
              <a:rPr lang="da-DK" dirty="0"/>
              <a:t> </a:t>
            </a:r>
            <a:r>
              <a:rPr lang="da-DK" dirty="0" err="1"/>
              <a:t>write</a:t>
            </a:r>
            <a:r>
              <a:rPr lang="da-DK" dirty="0"/>
              <a:t> </a:t>
            </a:r>
            <a:r>
              <a:rPr lang="da-DK" dirty="0" err="1"/>
              <a:t>ugly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like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with 95 </a:t>
            </a:r>
            <a:r>
              <a:rPr lang="da-DK" dirty="0" err="1"/>
              <a:t>characters</a:t>
            </a:r>
            <a:r>
              <a:rPr lang="da-DK" dirty="0"/>
              <a:t> per line!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94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type(kvadrat)</a:t>
            </a:r>
          </a:p>
          <a:p>
            <a:r>
              <a:rPr lang="da-DK" dirty="0"/>
              <a:t>&lt;class '</a:t>
            </a:r>
            <a:r>
              <a:rPr lang="da-DK" dirty="0" err="1"/>
              <a:t>function</a:t>
            </a:r>
            <a:r>
              <a:rPr lang="da-DK" dirty="0"/>
              <a:t>’&gt;</a:t>
            </a:r>
          </a:p>
          <a:p>
            <a:r>
              <a:rPr lang="da-DK" dirty="0" err="1"/>
              <a:t>square</a:t>
            </a:r>
            <a:r>
              <a:rPr lang="da-DK" dirty="0"/>
              <a:t>.__</a:t>
            </a:r>
            <a:r>
              <a:rPr lang="da-DK" dirty="0" err="1"/>
              <a:t>name</a:t>
            </a:r>
            <a:r>
              <a:rPr lang="da-DK" dirty="0"/>
              <a:t>__</a:t>
            </a:r>
          </a:p>
          <a:p>
            <a:r>
              <a:rPr lang="da-DK" dirty="0"/>
              <a:t>'</a:t>
            </a:r>
            <a:r>
              <a:rPr lang="da-DK" dirty="0" err="1"/>
              <a:t>square</a:t>
            </a:r>
            <a:r>
              <a:rPr lang="da-DK" dirty="0"/>
              <a:t>’</a:t>
            </a:r>
          </a:p>
          <a:p>
            <a:r>
              <a:rPr lang="da-DK" dirty="0" err="1"/>
              <a:t>square</a:t>
            </a:r>
            <a:r>
              <a:rPr lang="da-DK" dirty="0"/>
              <a:t>.__</a:t>
            </a:r>
            <a:r>
              <a:rPr lang="da-DK" dirty="0" err="1"/>
              <a:t>call</a:t>
            </a:r>
            <a:r>
              <a:rPr lang="da-DK" dirty="0"/>
              <a:t>__(3)</a:t>
            </a:r>
          </a:p>
          <a:p>
            <a:r>
              <a:rPr lang="da-DK" dirty="0"/>
              <a:t>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83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x, y =</a:t>
            </a:r>
            <a:r>
              <a:rPr lang="en-US" baseline="0" dirty="0"/>
              <a:t> </a:t>
            </a:r>
            <a:r>
              <a:rPr lang="en-US" dirty="0"/>
              <a:t>map(</a:t>
            </a:r>
            <a:r>
              <a:rPr lang="en-US" dirty="0" err="1"/>
              <a:t>int</a:t>
            </a:r>
            <a:r>
              <a:rPr lang="en-US" dirty="0"/>
              <a:t>,</a:t>
            </a:r>
            <a:r>
              <a:rPr lang="en-US" baseline="0" dirty="0"/>
              <a:t> input().split())</a:t>
            </a:r>
          </a:p>
          <a:p>
            <a:r>
              <a:rPr lang="en-US" baseline="0" dirty="0"/>
              <a:t>L = list(map(</a:t>
            </a:r>
            <a:r>
              <a:rPr lang="en-US" baseline="0" dirty="0" err="1"/>
              <a:t>int</a:t>
            </a:r>
            <a:r>
              <a:rPr lang="en-US" baseline="0" dirty="0"/>
              <a:t>, input</a:t>
            </a:r>
            <a:r>
              <a:rPr lang="en-US" baseline="0"/>
              <a:t>().split())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4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is only computed once for</a:t>
            </a:r>
            <a:r>
              <a:rPr lang="en-US" baseline="0" dirty="0"/>
              <a:t> each element during sorting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00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difference between calling filter and the list comprehension is that filter generates output on demand, so can be applied to streams of temporary existing values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38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to implement ‘</a:t>
            </a:r>
            <a:r>
              <a:rPr lang="en-US" dirty="0" err="1"/>
              <a:t>foldr</a:t>
            </a:r>
            <a:r>
              <a:rPr lang="en-US" dirty="0"/>
              <a:t>’</a:t>
            </a:r>
          </a:p>
          <a:p>
            <a:r>
              <a:rPr lang="en-US" dirty="0"/>
              <a:t>2**(2**(2**(2**2))) is a number with 19729 digits !!!</a:t>
            </a:r>
          </a:p>
          <a:p>
            <a:endParaRPr lang="en-US" dirty="0"/>
          </a:p>
          <a:p>
            <a:r>
              <a:rPr lang="en-US" dirty="0"/>
              <a:t>def add(x, y): return x + y</a:t>
            </a:r>
          </a:p>
          <a:p>
            <a:r>
              <a:rPr lang="en-US" dirty="0"/>
              <a:t>reduce(add, [1,2,3,4,5])</a:t>
            </a:r>
          </a:p>
          <a:p>
            <a:r>
              <a:rPr lang="en-US" dirty="0"/>
              <a:t>reduce(add, range(100))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48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def</a:t>
            </a:r>
            <a:r>
              <a:rPr lang="es-ES" dirty="0"/>
              <a:t> f(x, y): </a:t>
            </a:r>
            <a:r>
              <a:rPr lang="es-ES" dirty="0" err="1"/>
              <a:t>return</a:t>
            </a:r>
            <a:r>
              <a:rPr lang="es-ES" dirty="0"/>
              <a:t> x + y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Note: Not allowed to write “return” in lambda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42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00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 err="1"/>
              <a:t>isalpha</a:t>
            </a:r>
            <a:r>
              <a:rPr lang="da-DK" dirty="0"/>
              <a:t>()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allow</a:t>
            </a:r>
            <a:r>
              <a:rPr lang="da-DK" dirty="0"/>
              <a:t> Danish </a:t>
            </a:r>
            <a:r>
              <a:rPr lang="da-DK" dirty="0" err="1"/>
              <a:t>characters</a:t>
            </a:r>
            <a:r>
              <a:rPr lang="da-DK" dirty="0"/>
              <a:t> (all </a:t>
            </a:r>
            <a:r>
              <a:rPr lang="da-DK" dirty="0" err="1"/>
              <a:t>characters</a:t>
            </a:r>
            <a:r>
              <a:rPr lang="da-DK" dirty="0"/>
              <a:t> must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characterized</a:t>
            </a:r>
            <a:r>
              <a:rPr lang="da-DK" dirty="0"/>
              <a:t> as </a:t>
            </a:r>
            <a:r>
              <a:rPr lang="da-DK" dirty="0" err="1"/>
              <a:t>Unicode</a:t>
            </a:r>
            <a:r>
              <a:rPr lang="da-DK" dirty="0"/>
              <a:t> ”letters”)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The ‘~’ is </a:t>
            </a:r>
            <a:r>
              <a:rPr lang="da-DK" dirty="0" err="1"/>
              <a:t>required</a:t>
            </a:r>
            <a:r>
              <a:rPr lang="da-DK" dirty="0"/>
              <a:t> to </a:t>
            </a:r>
            <a:r>
              <a:rPr lang="da-DK" dirty="0" err="1"/>
              <a:t>make</a:t>
            </a:r>
            <a:r>
              <a:rPr lang="da-DK" dirty="0"/>
              <a:t> ‘</a:t>
            </a:r>
            <a:r>
              <a:rPr lang="da-DK" dirty="0" err="1"/>
              <a:t>aaa</a:t>
            </a:r>
            <a:r>
              <a:rPr lang="da-DK" dirty="0"/>
              <a:t>’ </a:t>
            </a:r>
            <a:r>
              <a:rPr lang="da-DK" dirty="0" err="1"/>
              <a:t>appear</a:t>
            </a:r>
            <a:r>
              <a:rPr lang="da-DK" dirty="0"/>
              <a:t> </a:t>
            </a:r>
            <a:r>
              <a:rPr lang="da-DK" dirty="0" err="1"/>
              <a:t>before</a:t>
            </a:r>
            <a:r>
              <a:rPr lang="da-DK" dirty="0"/>
              <a:t> ‘</a:t>
            </a:r>
            <a:r>
              <a:rPr lang="da-DK" dirty="0" err="1"/>
              <a:t>aa</a:t>
            </a:r>
            <a:r>
              <a:rPr lang="da-DK" dirty="0"/>
              <a:t>’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61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 = minimum number when read in reverse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03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 we need a </a:t>
            </a:r>
            <a:r>
              <a:rPr lang="en-US" i="1" dirty="0"/>
              <a:t>factory function</a:t>
            </a:r>
            <a:r>
              <a:rPr lang="en-US" dirty="0"/>
              <a:t>? Otherwise, a fixed (but mutable) [] would be </a:t>
            </a:r>
            <a:r>
              <a:rPr lang="en-US" i="1" dirty="0"/>
              <a:t>shared</a:t>
            </a:r>
            <a:r>
              <a:rPr lang="en-US" dirty="0"/>
              <a:t> among all undefined entries.</a:t>
            </a:r>
          </a:p>
          <a:p>
            <a:r>
              <a:rPr lang="en-US" dirty="0" err="1"/>
              <a:t>dict.get</a:t>
            </a:r>
            <a:r>
              <a:rPr lang="en-US" dirty="0"/>
              <a:t>(key, default)  does not create entry in dictionary, and we need to evaluate default on each call, e.g. create an empty list, even that the entry is defined.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6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Notice</a:t>
            </a:r>
            <a:r>
              <a:rPr lang="da-DK" dirty="0"/>
              <a:t> </a:t>
            </a:r>
            <a:r>
              <a:rPr lang="da-DK" dirty="0" err="1"/>
              <a:t>polynomial</a:t>
            </a:r>
            <a:r>
              <a:rPr lang="da-DK" dirty="0"/>
              <a:t>(…)(…) </a:t>
            </a:r>
            <a:r>
              <a:rPr lang="da-DK" dirty="0" err="1"/>
              <a:t>since</a:t>
            </a:r>
            <a:r>
              <a:rPr lang="da-DK" dirty="0"/>
              <a:t> </a:t>
            </a:r>
            <a:r>
              <a:rPr lang="da-DK" dirty="0" err="1"/>
              <a:t>first</a:t>
            </a:r>
            <a:r>
              <a:rPr lang="da-DK" dirty="0"/>
              <a:t> </a:t>
            </a:r>
            <a:r>
              <a:rPr lang="da-DK" dirty="0" err="1"/>
              <a:t>call</a:t>
            </a:r>
            <a:r>
              <a:rPr lang="da-DK" dirty="0"/>
              <a:t> returns a </a:t>
            </a:r>
            <a:r>
              <a:rPr lang="da-DK" dirty="0" err="1"/>
              <a:t>function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called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02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Dotted edges show the namespace of a function/lambda</a:t>
            </a:r>
          </a:p>
          <a:p>
            <a:r>
              <a:rPr lang="en-US" dirty="0"/>
              <a:t>The namespaces containing “a” and “b” exist </a:t>
            </a:r>
            <a:r>
              <a:rPr lang="en-US" i="1" dirty="0"/>
              <a:t>after</a:t>
            </a:r>
            <a:r>
              <a:rPr lang="en-US" i="0" dirty="0"/>
              <a:t> </a:t>
            </a:r>
            <a:r>
              <a:rPr lang="en-US" i="0"/>
              <a:t>f and </a:t>
            </a:r>
            <a:r>
              <a:rPr lang="en-US" i="0" dirty="0"/>
              <a:t>g have been constructed., since lambda exist in context where these were defined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40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1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sorte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mi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collections.html#collections.defaultdic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8881"/>
            <a:ext cx="11191504" cy="1325563"/>
          </a:xfrm>
        </p:spPr>
        <p:txBody>
          <a:bodyPr>
            <a:normAutofit/>
          </a:bodyPr>
          <a:lstStyle/>
          <a:p>
            <a:r>
              <a:rPr lang="da-DK" dirty="0" err="1"/>
              <a:t>Question</a:t>
            </a:r>
            <a:r>
              <a:rPr lang="da-DK" dirty="0"/>
              <a:t> – How </a:t>
            </a:r>
            <a:r>
              <a:rPr lang="da-DK" dirty="0" err="1"/>
              <a:t>difficult</a:t>
            </a:r>
            <a:r>
              <a:rPr lang="da-DK" dirty="0"/>
              <a:t> is the triplet </a:t>
            </a:r>
            <a:r>
              <a:rPr lang="da-DK" dirty="0" err="1"/>
              <a:t>project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							    on a </a:t>
            </a:r>
            <a:r>
              <a:rPr lang="da-DK" dirty="0" err="1"/>
              <a:t>scale</a:t>
            </a:r>
            <a:r>
              <a:rPr lang="da-DK" dirty="0"/>
              <a:t> 1 – 10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4787" y="2376033"/>
            <a:ext cx="9398330" cy="435133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1 (I’m offended by how trivial the project was)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2 (very easy)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3 (a quite standard review exercise)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4 (not too complicated, got some known concepts repeated)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5 (good exercise to repeat standard programming techniques)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6 (had to use more advanced techniques in a familiar way)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7 (quite complicated, but manageable)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8 (very abstract exercise, using complicated language constructs)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9 (very complicated – barely manageable spending all my time)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10 (this is a research project – could be an MSc thesis/PhD project)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25 (this is </a:t>
            </a:r>
            <a:r>
              <a:rPr lang="en-US" dirty="0" err="1"/>
              <a:t>wayyy</a:t>
            </a:r>
            <a:r>
              <a:rPr lang="en-US" dirty="0"/>
              <a:t> too complicated for a university course)</a:t>
            </a:r>
          </a:p>
        </p:txBody>
      </p:sp>
    </p:spTree>
    <p:extLst>
      <p:ext uri="{BB962C8B-B14F-4D97-AF65-F5344CB8AC3E}">
        <p14:creationId xmlns:p14="http://schemas.microsoft.com/office/powerpoint/2010/main" val="1631732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661" y="365125"/>
            <a:ext cx="11424675" cy="1325563"/>
          </a:xfrm>
        </p:spPr>
        <p:txBody>
          <a:bodyPr/>
          <a:lstStyle/>
          <a:p>
            <a:pPr algn="ctr"/>
            <a:r>
              <a:rPr lang="en-US" noProof="0" dirty="0"/>
              <a:t>A compact triplet distance implementation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948781"/>
              </p:ext>
            </p:extLst>
          </p:nvPr>
        </p:nvGraphicFramePr>
        <p:xfrm>
          <a:off x="154379" y="2063131"/>
          <a:ext cx="1191768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76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triplet_distance_compact.py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88904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triplet_distance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(tree1, tree2):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compute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not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(tree, tuple): 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[tree], []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rt) = [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compute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(c) for c in tree]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t = [(x,(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y,z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 for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a,b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[(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ll,rl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rl,ll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)] for y in b for z in b if y &lt; z for x in a]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rl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rt + t</a:t>
                      </a:r>
                    </a:p>
                    <a:p>
                      <a:endParaRPr lang="en-US" sz="16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(L1, T1), (L2, T2) =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compute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(tree1),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compute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(tree2)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(set(T1) - set(T2))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0881" y="5300694"/>
            <a:ext cx="1142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</a:rPr>
              <a:t>Warning 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 Do not copy this code for your </a:t>
            </a:r>
            <a:r>
              <a:rPr lang="en-US" noProof="0" dirty="0" err="1">
                <a:solidFill>
                  <a:schemeClr val="bg1">
                    <a:lumMod val="50000"/>
                  </a:schemeClr>
                </a:solidFill>
              </a:rPr>
              <a:t>handin</a:t>
            </a:r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 –  write your own code following the steps in the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553496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1" y="2920558"/>
            <a:ext cx="11687441" cy="1325563"/>
          </a:xfrm>
        </p:spPr>
        <p:txBody>
          <a:bodyPr/>
          <a:lstStyle/>
          <a:p>
            <a:pPr algn="r"/>
            <a:r>
              <a:rPr lang="da-DK" dirty="0" err="1"/>
              <a:t>Functions</a:t>
            </a:r>
            <a:r>
              <a:rPr lang="da-DK" dirty="0"/>
              <a:t> as </a:t>
            </a:r>
            <a:r>
              <a:rPr lang="da-DK" dirty="0" err="1"/>
              <a:t>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4791" y="3920647"/>
            <a:ext cx="4416622" cy="2937353"/>
          </a:xfrm>
        </p:spPr>
        <p:txBody>
          <a:bodyPr>
            <a:normAutofit/>
          </a:bodyPr>
          <a:lstStyle/>
          <a:p>
            <a:r>
              <a:rPr lang="en-US" dirty="0"/>
              <a:t>lambda</a:t>
            </a:r>
          </a:p>
          <a:p>
            <a:r>
              <a:rPr lang="en-US" dirty="0"/>
              <a:t>higher-order functions</a:t>
            </a:r>
          </a:p>
          <a:p>
            <a:r>
              <a:rPr lang="en-US" dirty="0"/>
              <a:t>map, filter, reduce</a:t>
            </a:r>
          </a:p>
        </p:txBody>
      </p:sp>
    </p:spTree>
    <p:extLst>
      <p:ext uri="{BB962C8B-B14F-4D97-AF65-F5344CB8AC3E}">
        <p14:creationId xmlns:p14="http://schemas.microsoft.com/office/powerpoint/2010/main" val="139312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7000"/>
            <a:ext cx="11353800" cy="1325563"/>
          </a:xfrm>
        </p:spPr>
        <p:txBody>
          <a:bodyPr/>
          <a:lstStyle/>
          <a:p>
            <a:r>
              <a:rPr lang="da-DK" dirty="0" err="1"/>
              <a:t>Aliasing</a:t>
            </a:r>
            <a:r>
              <a:rPr lang="da-DK" dirty="0"/>
              <a:t> </a:t>
            </a:r>
            <a:r>
              <a:rPr lang="da-DK" dirty="0" err="1"/>
              <a:t>functions</a:t>
            </a:r>
            <a:r>
              <a:rPr lang="da-DK" dirty="0"/>
              <a:t> – </a:t>
            </a:r>
            <a:r>
              <a:rPr lang="da-DK" dirty="0" err="1"/>
              <a:t>both</a:t>
            </a:r>
            <a:r>
              <a:rPr lang="da-DK" dirty="0"/>
              <a:t> </a:t>
            </a:r>
            <a:r>
              <a:rPr lang="da-DK" dirty="0" err="1"/>
              <a:t>user</a:t>
            </a:r>
            <a:r>
              <a:rPr lang="da-DK" dirty="0"/>
              <a:t> </a:t>
            </a:r>
            <a:r>
              <a:rPr lang="da-DK" dirty="0" err="1"/>
              <a:t>defined</a:t>
            </a:r>
            <a:r>
              <a:rPr lang="da-DK" dirty="0"/>
              <a:t> and </a:t>
            </a:r>
            <a:r>
              <a:rPr lang="da-DK" dirty="0" err="1"/>
              <a:t>builtin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224345"/>
              </p:ext>
            </p:extLst>
          </p:nvPr>
        </p:nvGraphicFramePr>
        <p:xfrm>
          <a:off x="3961410" y="1702563"/>
          <a:ext cx="4778829" cy="488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82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square(x):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x * x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da-DK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&lt;function square at 0x0329A390&gt;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da-DK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da-DK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(8)</a:t>
                      </a:r>
                      <a:endParaRPr lang="en-US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da-DK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64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kvadrat = square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kvadrat(5)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kvadrat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&lt;function square at </a:t>
                      </a:r>
                      <a:r>
                        <a:rPr lang="pt-BR" sz="1800" b="1" baseline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0x0329A390&gt;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&lt;built-in function len&gt;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da-DK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</a:t>
                      </a:r>
                      <a:r>
                        <a:rPr lang="da-DK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len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da-DK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</a:t>
                      </a:r>
                      <a:r>
                        <a:rPr lang="da-DK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([1, 2, 3])</a:t>
                      </a:r>
                      <a:endParaRPr lang="en-US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da-DK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570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Functions</a:t>
            </a:r>
            <a:r>
              <a:rPr lang="da-DK" dirty="0"/>
              <a:t> as </a:t>
            </a:r>
            <a:r>
              <a:rPr lang="da-DK" dirty="0" err="1"/>
              <a:t>values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478608"/>
              </p:ext>
            </p:extLst>
          </p:nvPr>
        </p:nvGraphicFramePr>
        <p:xfrm>
          <a:off x="1170709" y="1617598"/>
          <a:ext cx="5265717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5717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square_or_double.py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square(x):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x * x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double(x):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return 2 * x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answer = input('square or double ? ')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answer == 'square':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 = square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break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answer == 'double':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 = double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break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 = input('numbers: ')</a:t>
                      </a:r>
                    </a:p>
                    <a:p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L_in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 for x in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answer.split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()]</a:t>
                      </a:r>
                    </a:p>
                    <a:p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L_out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f(x) 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x in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L_in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L_out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22139"/>
              </p:ext>
            </p:extLst>
          </p:nvPr>
        </p:nvGraphicFramePr>
        <p:xfrm>
          <a:off x="7059573" y="1617598"/>
          <a:ext cx="3978847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8847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 or double ? square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numbers: 3 6 7 9</a:t>
                      </a:r>
                    </a:p>
                    <a:p>
                      <a:pPr marL="266700" indent="-266700"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[9, 36, 49, 81]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 or double ? double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numbers: 2 3 4 7 9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[4, 6, 8, 14, 18]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 flipV="1">
            <a:off x="3586353" y="4334495"/>
            <a:ext cx="1710044" cy="2968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586353" y="4785756"/>
            <a:ext cx="1721920" cy="2612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03273" y="4400682"/>
            <a:ext cx="3990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will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refer</a:t>
            </a:r>
            <a:r>
              <a:rPr lang="da-DK" dirty="0">
                <a:solidFill>
                  <a:srgbClr val="C00000"/>
                </a:solidFill>
              </a:rPr>
              <a:t> to </a:t>
            </a:r>
            <a:r>
              <a:rPr lang="da-DK" dirty="0" err="1">
                <a:solidFill>
                  <a:srgbClr val="C00000"/>
                </a:solidFill>
              </a:rPr>
              <a:t>one</a:t>
            </a:r>
            <a:r>
              <a:rPr lang="da-DK" dirty="0">
                <a:solidFill>
                  <a:srgbClr val="C00000"/>
                </a:solidFill>
              </a:rPr>
              <a:t> of the </a:t>
            </a:r>
            <a:r>
              <a:rPr lang="da-DK" dirty="0" err="1">
                <a:solidFill>
                  <a:srgbClr val="C00000"/>
                </a:solidFill>
              </a:rPr>
              <a:t>functions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da-DK" dirty="0">
                <a:solidFill>
                  <a:srgbClr val="C00000"/>
                </a:solidFill>
              </a:rPr>
              <a:t> and </a:t>
            </a:r>
            <a:r>
              <a:rPr lang="da-DK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refer</a:t>
            </a:r>
            <a:r>
              <a:rPr lang="da-DK" dirty="0">
                <a:solidFill>
                  <a:srgbClr val="C00000"/>
                </a:solidFill>
              </a:rPr>
              <a:t> to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2861953" y="5533901"/>
            <a:ext cx="2446320" cy="6768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03274" y="5164569"/>
            <a:ext cx="3408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rgbClr val="C00000"/>
                </a:solidFill>
              </a:rPr>
              <a:t>call</a:t>
            </a:r>
            <a:r>
              <a:rPr lang="da-DK" dirty="0">
                <a:solidFill>
                  <a:srgbClr val="C00000"/>
                </a:solidFill>
              </a:rPr>
              <a:t> the </a:t>
            </a:r>
            <a:r>
              <a:rPr lang="da-DK" dirty="0" err="1">
                <a:solidFill>
                  <a:srgbClr val="C00000"/>
                </a:solidFill>
              </a:rPr>
              <a:t>function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da-DK" dirty="0">
                <a:solidFill>
                  <a:srgbClr val="C00000"/>
                </a:solidFill>
              </a:rPr>
              <a:t> is </a:t>
            </a:r>
            <a:r>
              <a:rPr lang="da-DK" dirty="0" err="1">
                <a:solidFill>
                  <a:srgbClr val="C00000"/>
                </a:solidFill>
              </a:rPr>
              <a:t>referring</a:t>
            </a:r>
            <a:r>
              <a:rPr lang="da-DK" dirty="0">
                <a:solidFill>
                  <a:srgbClr val="C00000"/>
                </a:solidFill>
              </a:rPr>
              <a:t> to with argument </a:t>
            </a:r>
            <a:r>
              <a:rPr lang="da-DK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06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Functions</a:t>
            </a:r>
            <a:r>
              <a:rPr lang="da-DK" dirty="0"/>
              <a:t> as </a:t>
            </a:r>
            <a:r>
              <a:rPr lang="da-DK" dirty="0" err="1"/>
              <a:t>values</a:t>
            </a:r>
            <a:r>
              <a:rPr lang="da-DK" dirty="0"/>
              <a:t> and </a:t>
            </a:r>
            <a:r>
              <a:rPr lang="da-DK" dirty="0" err="1"/>
              <a:t>namespaces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683" y="1991879"/>
            <a:ext cx="5272644" cy="4206240"/>
          </a:xfrm>
        </p:spPr>
        <p:txBody>
          <a:bodyPr>
            <a:noAutofit/>
          </a:bodyPr>
          <a:lstStyle/>
          <a:p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what_says</a:t>
            </a:r>
            <a:r>
              <a:rPr lang="da-DK" sz="2400" dirty="0"/>
              <a:t> is a </a:t>
            </a:r>
            <a:r>
              <a:rPr lang="da-DK" sz="2400" dirty="0" err="1"/>
              <a:t>function</a:t>
            </a:r>
            <a:r>
              <a:rPr lang="da-DK" sz="2400" dirty="0"/>
              <a:t> </a:t>
            </a:r>
            <a:r>
              <a:rPr lang="da-DK" sz="2400" dirty="0" err="1"/>
              <a:t>returning</a:t>
            </a:r>
            <a:r>
              <a:rPr lang="da-DK" sz="2400" dirty="0"/>
              <a:t> a </a:t>
            </a:r>
            <a:r>
              <a:rPr lang="da-DK" sz="2400" dirty="0" err="1"/>
              <a:t>function</a:t>
            </a:r>
            <a:r>
              <a:rPr lang="da-DK" sz="2400" dirty="0"/>
              <a:t> (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</a:t>
            </a:r>
            <a:r>
              <a:rPr lang="da-DK" sz="2400" dirty="0"/>
              <a:t>)</a:t>
            </a:r>
          </a:p>
          <a:p>
            <a:r>
              <a:rPr lang="da-DK" sz="2400" dirty="0" err="1"/>
              <a:t>Each</a:t>
            </a:r>
            <a:r>
              <a:rPr lang="da-DK" sz="2400" dirty="0"/>
              <a:t> </a:t>
            </a:r>
            <a:r>
              <a:rPr lang="da-DK" sz="2400" dirty="0" err="1"/>
              <a:t>call</a:t>
            </a:r>
            <a:r>
              <a:rPr lang="da-DK" sz="2400" dirty="0"/>
              <a:t> to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what_says</a:t>
            </a:r>
            <a:r>
              <a:rPr lang="da-DK" sz="2400" dirty="0"/>
              <a:t> with a single </a:t>
            </a:r>
            <a:r>
              <a:rPr lang="da-DK" sz="2400" dirty="0" err="1"/>
              <a:t>string</a:t>
            </a:r>
            <a:r>
              <a:rPr lang="da-DK" sz="2400" dirty="0"/>
              <a:t> as </a:t>
            </a:r>
            <a:r>
              <a:rPr lang="da-DK" sz="2400" dirty="0" err="1"/>
              <a:t>its</a:t>
            </a:r>
            <a:r>
              <a:rPr lang="da-DK" sz="2400" dirty="0"/>
              <a:t> argument </a:t>
            </a:r>
            <a:r>
              <a:rPr lang="da-DK" sz="2400" b="1" dirty="0" err="1"/>
              <a:t>creates</a:t>
            </a:r>
            <a:r>
              <a:rPr lang="da-DK" sz="2400" b="1" dirty="0"/>
              <a:t> a new </a:t>
            </a:r>
            <a:r>
              <a:rPr lang="da-DK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</a:t>
            </a:r>
            <a:r>
              <a:rPr lang="da-DK" sz="2400" dirty="0"/>
              <a:t> </a:t>
            </a:r>
            <a:r>
              <a:rPr lang="da-DK" sz="2400" dirty="0" err="1"/>
              <a:t>function</a:t>
            </a:r>
            <a:r>
              <a:rPr lang="da-DK" sz="2400" dirty="0"/>
              <a:t> with the </a:t>
            </a:r>
            <a:r>
              <a:rPr lang="da-DK" sz="2400" dirty="0" err="1"/>
              <a:t>current</a:t>
            </a:r>
            <a:r>
              <a:rPr lang="da-DK" sz="2400" dirty="0"/>
              <a:t>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a-DK" sz="2400" dirty="0"/>
              <a:t> argument in </a:t>
            </a:r>
            <a:r>
              <a:rPr lang="da-DK" sz="2400" dirty="0" err="1"/>
              <a:t>its</a:t>
            </a:r>
            <a:r>
              <a:rPr lang="da-DK" sz="2400" dirty="0"/>
              <a:t> </a:t>
            </a:r>
            <a:r>
              <a:rPr lang="da-DK" sz="2400" dirty="0" err="1"/>
              <a:t>namespace</a:t>
            </a:r>
            <a:endParaRPr lang="da-DK" sz="2400" dirty="0"/>
          </a:p>
          <a:p>
            <a:r>
              <a:rPr lang="da-DK" sz="2400" dirty="0"/>
              <a:t>In </a:t>
            </a:r>
            <a:r>
              <a:rPr lang="da-DK" sz="2400" dirty="0" err="1"/>
              <a:t>each</a:t>
            </a:r>
            <a:r>
              <a:rPr lang="da-DK" sz="2400" dirty="0"/>
              <a:t> </a:t>
            </a:r>
            <a:r>
              <a:rPr lang="da-DK" sz="2400" dirty="0" err="1"/>
              <a:t>call</a:t>
            </a:r>
            <a:r>
              <a:rPr lang="da-DK" sz="2400" dirty="0"/>
              <a:t> to a an </a:t>
            </a:r>
            <a:r>
              <a:rPr lang="da-DK" sz="2400" dirty="0" err="1"/>
              <a:t>instance</a:t>
            </a:r>
            <a:r>
              <a:rPr lang="da-DK" sz="2400" dirty="0"/>
              <a:t> of a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</a:t>
            </a:r>
            <a:r>
              <a:rPr lang="da-DK" sz="2400" dirty="0"/>
              <a:t> </a:t>
            </a:r>
            <a:r>
              <a:rPr lang="da-DK" sz="2400" dirty="0" err="1"/>
              <a:t>function</a:t>
            </a:r>
            <a:r>
              <a:rPr lang="da-DK" sz="2400" dirty="0"/>
              <a:t>,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da-DK" sz="2400" dirty="0"/>
              <a:t> </a:t>
            </a:r>
            <a:r>
              <a:rPr lang="da-DK" sz="2400" dirty="0" err="1"/>
              <a:t>refers</a:t>
            </a:r>
            <a:r>
              <a:rPr lang="da-DK" sz="2400" dirty="0"/>
              <a:t> to the </a:t>
            </a:r>
            <a:r>
              <a:rPr lang="da-DK" sz="2400" dirty="0" err="1"/>
              <a:t>string</a:t>
            </a:r>
            <a:r>
              <a:rPr lang="da-DK" sz="2400" dirty="0"/>
              <a:t> in the </a:t>
            </a:r>
            <a:r>
              <a:rPr lang="da-DK" sz="2400" dirty="0" err="1"/>
              <a:t>namespace</a:t>
            </a:r>
            <a:r>
              <a:rPr lang="da-DK" sz="2400" dirty="0"/>
              <a:t> </a:t>
            </a:r>
            <a:r>
              <a:rPr lang="da-DK" sz="2400" dirty="0" err="1"/>
              <a:t>when</a:t>
            </a:r>
            <a:r>
              <a:rPr lang="da-DK" sz="2400" dirty="0"/>
              <a:t> the </a:t>
            </a:r>
            <a:r>
              <a:rPr lang="da-DK" sz="2400" dirty="0" err="1"/>
              <a:t>function</a:t>
            </a:r>
            <a:r>
              <a:rPr lang="da-DK" sz="2400" dirty="0"/>
              <a:t> </a:t>
            </a:r>
            <a:r>
              <a:rPr lang="da-DK" sz="2400" dirty="0" err="1"/>
              <a:t>was</a:t>
            </a:r>
            <a:r>
              <a:rPr lang="da-DK" sz="2400" dirty="0"/>
              <a:t> </a:t>
            </a:r>
            <a:r>
              <a:rPr lang="da-DK" sz="2400" dirty="0" err="1"/>
              <a:t>created</a:t>
            </a:r>
            <a:r>
              <a:rPr lang="da-DK" sz="2400" dirty="0"/>
              <a:t>, and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</a:t>
            </a:r>
            <a:r>
              <a:rPr lang="da-DK" sz="2400" dirty="0"/>
              <a:t> is the </a:t>
            </a:r>
            <a:r>
              <a:rPr lang="da-DK" sz="2400" dirty="0" err="1"/>
              <a:t>string</a:t>
            </a:r>
            <a:r>
              <a:rPr lang="da-DK" sz="2400" dirty="0"/>
              <a:t> given as an argument in the </a:t>
            </a:r>
            <a:r>
              <a:rPr lang="da-DK" sz="2400" dirty="0" err="1"/>
              <a:t>call</a:t>
            </a:r>
            <a:endParaRPr lang="da-DK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660283"/>
              </p:ext>
            </p:extLst>
          </p:nvPr>
        </p:nvGraphicFramePr>
        <p:xfrm>
          <a:off x="838200" y="1825625"/>
          <a:ext cx="537083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08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what_says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(name):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(message):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print(name, 'says:', message)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say</a:t>
                      </a:r>
                    </a:p>
                    <a:p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alice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what_says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('Alice')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peter =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what_says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('Peter')</a:t>
                      </a:r>
                    </a:p>
                    <a:p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alice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('Where is Peter?')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peter('I am here')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Alice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says: Where is Peter?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Peter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says: I am here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093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Question</a:t>
            </a:r>
            <a:r>
              <a:rPr lang="da-DK" dirty="0"/>
              <a:t> – </a:t>
            </a:r>
            <a:r>
              <a:rPr lang="da-DK" dirty="0" err="1"/>
              <a:t>What</a:t>
            </a:r>
            <a:r>
              <a:rPr lang="da-DK" dirty="0"/>
              <a:t> list is </a:t>
            </a:r>
            <a:r>
              <a:rPr lang="da-DK" dirty="0" err="1"/>
              <a:t>printed</a:t>
            </a:r>
            <a:r>
              <a:rPr lang="da-DK" dirty="0"/>
              <a:t>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57603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f(x):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g(y):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nonlocal x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x = x + 1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return x + y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f(3)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f(6)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(3),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(2),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(4)])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939644" y="2554163"/>
            <a:ext cx="3758540" cy="3288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[7, 7, 10]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[7, 9, 8]</a:t>
            </a: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[7, 9, 9]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[7, 9, 12]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[7, 10, 10]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dirty="0" err="1">
                <a:cs typeface="Courier New" panose="02070309020205020404" pitchFamily="49" charset="0"/>
              </a:rPr>
              <a:t>Don’t</a:t>
            </a:r>
            <a:r>
              <a:rPr lang="da-DK" dirty="0">
                <a:cs typeface="Courier New" panose="02070309020205020404" pitchFamily="49" charset="0"/>
              </a:rPr>
              <a:t> know</a:t>
            </a:r>
          </a:p>
        </p:txBody>
      </p:sp>
      <p:sp>
        <p:nvSpPr>
          <p:cNvPr id="5" name="Smiley Face 4" descr="QuizAnswer"/>
          <p:cNvSpPr/>
          <p:nvPr/>
        </p:nvSpPr>
        <p:spPr>
          <a:xfrm>
            <a:off x="7409936" y="3637956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29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2558"/>
            <a:ext cx="10515600" cy="1934235"/>
          </a:xfrm>
        </p:spPr>
        <p:txBody>
          <a:bodyPr>
            <a:normAutofit/>
          </a:bodyPr>
          <a:lstStyle/>
          <a:p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list) </a:t>
            </a:r>
            <a:r>
              <a:rPr lang="da-DK" sz="2400" dirty="0" err="1"/>
              <a:t>applies</a:t>
            </a:r>
            <a:r>
              <a:rPr lang="da-DK" sz="2400" dirty="0"/>
              <a:t> the </a:t>
            </a:r>
            <a:r>
              <a:rPr lang="da-DK" sz="2400" dirty="0" err="1"/>
              <a:t>function</a:t>
            </a:r>
            <a:r>
              <a:rPr lang="da-DK" sz="2400" dirty="0"/>
              <a:t> to </a:t>
            </a:r>
            <a:r>
              <a:rPr lang="da-DK" sz="2400" dirty="0" err="1"/>
              <a:t>each</a:t>
            </a:r>
            <a:r>
              <a:rPr lang="da-DK" sz="2400" dirty="0"/>
              <a:t> element of the </a:t>
            </a:r>
            <a:r>
              <a:rPr lang="da-DK" sz="2400" dirty="0" err="1"/>
              <a:t>sequence</a:t>
            </a:r>
            <a:r>
              <a:rPr lang="da-DK" sz="2400" dirty="0"/>
              <a:t>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endParaRPr lang="da-DK" sz="2400" dirty="0"/>
          </a:p>
          <a:p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list</a:t>
            </a:r>
            <a:r>
              <a:rPr lang="da-DK" sz="24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da-DK" sz="2400" dirty="0">
                <a:cs typeface="Courier New" panose="02070309020205020404" pitchFamily="49" charset="0"/>
              </a:rPr>
              <a:t> ...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da-DK" sz="2400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a-DK" sz="2400" dirty="0"/>
              <a:t> </a:t>
            </a:r>
            <a:r>
              <a:rPr lang="da-DK" sz="2400" dirty="0" err="1"/>
              <a:t>requires</a:t>
            </a:r>
            <a:r>
              <a:rPr lang="da-DK" sz="2400" dirty="0"/>
              <a:t>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da-DK" sz="2400" dirty="0"/>
              <a:t> to </a:t>
            </a:r>
            <a:r>
              <a:rPr lang="da-DK" sz="2400" dirty="0" err="1"/>
              <a:t>take</a:t>
            </a:r>
            <a:r>
              <a:rPr lang="da-DK" sz="2400" dirty="0"/>
              <a:t> k arguments, and </a:t>
            </a:r>
            <a:r>
              <a:rPr lang="da-DK" sz="2400" dirty="0" err="1"/>
              <a:t>creates</a:t>
            </a:r>
            <a:r>
              <a:rPr lang="da-DK" sz="2400" dirty="0"/>
              <a:t> a </a:t>
            </a:r>
            <a:r>
              <a:rPr lang="da-DK" sz="2400" dirty="0" err="1"/>
              <a:t>sequence</a:t>
            </a:r>
            <a:r>
              <a:rPr lang="da-DK" sz="2400" dirty="0"/>
              <a:t> with the </a:t>
            </a:r>
            <a:r>
              <a:rPr lang="da-DK" sz="2400" dirty="0" err="1"/>
              <a:t>i’th</a:t>
            </a:r>
            <a:r>
              <a:rPr lang="da-DK" sz="2400" dirty="0"/>
              <a:t> element </a:t>
            </a:r>
            <a:r>
              <a:rPr lang="da-DK" sz="2400" dirty="0" err="1"/>
              <a:t>being</a:t>
            </a:r>
            <a:r>
              <a:rPr lang="da-DK" sz="2400" dirty="0"/>
              <a:t>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(list</a:t>
            </a:r>
            <a:r>
              <a:rPr lang="da-DK" sz="24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[i],</a:t>
            </a:r>
            <a:r>
              <a:rPr lang="da-DK" sz="2400" dirty="0">
                <a:cs typeface="Courier New" panose="02070309020205020404" pitchFamily="49" charset="0"/>
              </a:rPr>
              <a:t> ...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da-DK" sz="2400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[i])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814837"/>
              </p:ext>
            </p:extLst>
          </p:nvPr>
        </p:nvGraphicFramePr>
        <p:xfrm>
          <a:off x="2326322" y="3529178"/>
          <a:ext cx="7539355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93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9035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pt-BR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x * x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map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[1,2,3,4,5]))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[1, 4, 9, 16, 25]</a:t>
                      </a:r>
                    </a:p>
                    <a:p>
                      <a:pPr marL="266700" indent="-266700">
                        <a:spcBef>
                          <a:spcPts val="600"/>
                        </a:spcBef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pt-BR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triple_sum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y, z):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x + y + z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map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triple_sum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[1,2,3], [4,5,6], [7,8,9]))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[12, 15, 18]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map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triple_sum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*zip(*[(1,4,7), (2,5,8), (3,6,9)])))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[12, 15, 18]  </a:t>
                      </a:r>
                      <a:r>
                        <a:rPr lang="pt-BR" sz="16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(use itertools.starmap instead)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763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sorted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812" y="2376208"/>
            <a:ext cx="4232564" cy="3055133"/>
          </a:xfrm>
        </p:spPr>
        <p:txBody>
          <a:bodyPr>
            <a:normAutofit/>
          </a:bodyPr>
          <a:lstStyle/>
          <a:p>
            <a:r>
              <a:rPr lang="da-DK" sz="2400" dirty="0"/>
              <a:t>A list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da-DK" sz="2400" dirty="0"/>
              <a:t> </a:t>
            </a:r>
            <a:r>
              <a:rPr lang="da-DK" sz="2400" dirty="0" err="1"/>
              <a:t>can</a:t>
            </a:r>
            <a:r>
              <a:rPr lang="da-DK" sz="2400" dirty="0"/>
              <a:t> </a:t>
            </a:r>
            <a:r>
              <a:rPr lang="da-DK" sz="2400" dirty="0" err="1"/>
              <a:t>be</a:t>
            </a:r>
            <a:r>
              <a:rPr lang="da-DK" sz="2400" dirty="0"/>
              <a:t> </a:t>
            </a:r>
            <a:r>
              <a:rPr lang="da-DK" sz="2400" dirty="0" err="1"/>
              <a:t>sorted</a:t>
            </a:r>
            <a:r>
              <a:rPr lang="da-DK" sz="2400" dirty="0"/>
              <a:t> </a:t>
            </a:r>
            <a:r>
              <a:rPr lang="da-DK" sz="2400" dirty="0" err="1"/>
              <a:t>using</a:t>
            </a:r>
            <a:r>
              <a:rPr lang="da-DK" sz="2400" dirty="0"/>
              <a:t>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(L)</a:t>
            </a:r>
          </a:p>
          <a:p>
            <a:r>
              <a:rPr lang="da-DK" sz="2400" dirty="0"/>
              <a:t>A </a:t>
            </a:r>
            <a:r>
              <a:rPr lang="da-DK" sz="2400" dirty="0" err="1"/>
              <a:t>user</a:t>
            </a:r>
            <a:r>
              <a:rPr lang="da-DK" sz="2400" dirty="0"/>
              <a:t> </a:t>
            </a:r>
            <a:r>
              <a:rPr lang="da-DK" sz="2400" dirty="0" err="1"/>
              <a:t>defined</a:t>
            </a:r>
            <a:r>
              <a:rPr lang="da-DK" sz="2400" dirty="0"/>
              <a:t> </a:t>
            </a:r>
            <a:r>
              <a:rPr lang="da-DK" sz="2400" dirty="0" err="1"/>
              <a:t>order</a:t>
            </a:r>
            <a:r>
              <a:rPr lang="da-DK" sz="2400" dirty="0"/>
              <a:t> on the elements </a:t>
            </a:r>
            <a:r>
              <a:rPr lang="da-DK" sz="2400" dirty="0" err="1"/>
              <a:t>can</a:t>
            </a:r>
            <a:r>
              <a:rPr lang="da-DK" sz="2400" dirty="0"/>
              <a:t> </a:t>
            </a:r>
            <a:r>
              <a:rPr lang="da-DK" sz="2400" dirty="0" err="1"/>
              <a:t>be</a:t>
            </a:r>
            <a:r>
              <a:rPr lang="da-DK" sz="2400" dirty="0"/>
              <a:t> </a:t>
            </a:r>
            <a:r>
              <a:rPr lang="da-DK" sz="2400" dirty="0" err="1"/>
              <a:t>defined</a:t>
            </a:r>
            <a:r>
              <a:rPr lang="da-DK" sz="2400" dirty="0"/>
              <a:t> by </a:t>
            </a:r>
            <a:r>
              <a:rPr lang="da-DK" sz="2400" dirty="0" err="1"/>
              <a:t>providing</a:t>
            </a:r>
            <a:r>
              <a:rPr lang="da-DK" sz="2400" dirty="0"/>
              <a:t> a </a:t>
            </a:r>
            <a:r>
              <a:rPr lang="da-DK" sz="2400" dirty="0" err="1"/>
              <a:t>function</a:t>
            </a:r>
            <a:r>
              <a:rPr lang="da-DK" sz="2400" dirty="0"/>
              <a:t> </a:t>
            </a:r>
            <a:r>
              <a:rPr lang="da-DK" sz="2400" dirty="0" err="1"/>
              <a:t>using</a:t>
            </a:r>
            <a:r>
              <a:rPr lang="da-DK" sz="2400" dirty="0"/>
              <a:t> the </a:t>
            </a:r>
            <a:r>
              <a:rPr lang="da-DK" sz="2400" dirty="0" err="1"/>
              <a:t>keyword</a:t>
            </a:r>
            <a:r>
              <a:rPr lang="da-DK" sz="2400" dirty="0"/>
              <a:t> argument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da-DK" sz="2400" dirty="0"/>
              <a:t>, </a:t>
            </a:r>
            <a:r>
              <a:rPr lang="da-DK" sz="2400" dirty="0" err="1"/>
              <a:t>that</a:t>
            </a:r>
            <a:r>
              <a:rPr lang="da-DK" sz="2400" dirty="0"/>
              <a:t> </a:t>
            </a:r>
            <a:r>
              <a:rPr lang="da-DK" sz="2400" dirty="0" err="1"/>
              <a:t>maps</a:t>
            </a:r>
            <a:r>
              <a:rPr lang="da-DK" sz="2400" dirty="0"/>
              <a:t> elements to </a:t>
            </a:r>
            <a:r>
              <a:rPr lang="da-DK" sz="2400" dirty="0" err="1"/>
              <a:t>values</a:t>
            </a:r>
            <a:r>
              <a:rPr lang="da-DK" sz="2400" dirty="0"/>
              <a:t> with </a:t>
            </a:r>
            <a:r>
              <a:rPr lang="da-DK" sz="2400" dirty="0" err="1"/>
              <a:t>some</a:t>
            </a:r>
            <a:r>
              <a:rPr lang="da-DK" sz="2400" dirty="0"/>
              <a:t> default </a:t>
            </a:r>
            <a:r>
              <a:rPr lang="da-DK" sz="2400" dirty="0" err="1"/>
              <a:t>ordering</a:t>
            </a:r>
            <a:endParaRPr lang="da-DK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827493"/>
              </p:ext>
            </p:extLst>
          </p:nvPr>
        </p:nvGraphicFramePr>
        <p:xfrm>
          <a:off x="4871292" y="1919194"/>
          <a:ext cx="7002780" cy="3512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27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58106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054041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length_square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x, y = p</a:t>
                      </a:r>
                    </a:p>
                    <a:p>
                      <a:pPr marL="0" indent="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x**2 + y**2  </a:t>
                      </a:r>
                      <a:r>
                        <a:rPr lang="en-US" sz="18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no </a:t>
                      </a:r>
                      <a:r>
                        <a:rPr lang="en-US" sz="1800" b="1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sqrt</a:t>
                      </a:r>
                      <a:endParaRPr lang="en-US" sz="1800" b="1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= [(5, 3), (2, 5), (1, 9), (2, 2), (3, 4)]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list(map(</a:t>
                      </a:r>
                      <a:r>
                        <a:rPr lang="en-US" sz="18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length_square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L))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[34, 29, 82, 8, 25]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pt-BR" sz="18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sorted</a:t>
                      </a: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  </a:t>
                      </a:r>
                      <a:r>
                        <a:rPr lang="pt-BR" sz="18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default lexicographical order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[(1, 9), (2, 2), (2, 5), (3, 4), (5, 3)]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sorted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</a:t>
                      </a:r>
                      <a:r>
                        <a:rPr lang="en-US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key=</a:t>
                      </a:r>
                      <a:r>
                        <a:rPr lang="en-US" sz="18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length_square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8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order by length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[(2, 2), (3, 4), (2, 5), (5, 3), (1, 9)]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562320" y="6389090"/>
            <a:ext cx="55097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hlinkClick r:id="rId3"/>
              </a:rPr>
              <a:t>https://docs.python.org/3/library/functions.html#sorted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179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Question</a:t>
            </a:r>
            <a:r>
              <a:rPr lang="da-DK" dirty="0"/>
              <a:t> – </a:t>
            </a:r>
            <a:r>
              <a:rPr lang="da-DK" dirty="0" err="1"/>
              <a:t>What</a:t>
            </a:r>
            <a:r>
              <a:rPr lang="da-DK" dirty="0"/>
              <a:t> list </a:t>
            </a:r>
            <a:r>
              <a:rPr lang="da-DK" dirty="0" err="1"/>
              <a:t>does</a:t>
            </a:r>
            <a:r>
              <a:rPr lang="da-DK" dirty="0"/>
              <a:t> </a:t>
            </a:r>
            <a:r>
              <a:rPr lang="da-DK" dirty="0" err="1"/>
              <a:t>sorted</a:t>
            </a:r>
            <a:r>
              <a:rPr lang="da-DK" dirty="0"/>
              <a:t> </a:t>
            </a:r>
            <a:r>
              <a:rPr lang="da-DK" dirty="0" err="1"/>
              <a:t>produce</a:t>
            </a:r>
            <a:r>
              <a:rPr lang="da-DK" dirty="0"/>
              <a:t> ?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828799" y="1849375"/>
            <a:ext cx="9631878" cy="4303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sorted([2, 3, -1, 5, -4, 0, 8, -6], key=abs)</a:t>
            </a:r>
            <a:endParaRPr lang="da-D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endParaRPr lang="da-DK" dirty="0"/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[-6, -4, -1, 0, 2, 3, 5, 8]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[0, 2, 3, 5, 8, -1, -4, -6]</a:t>
            </a: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[0, -1, 2, 3, -4, 5, -6, 8]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[8, 5, 3, 2, 0, -1, -4, -6]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[0, 1, 2, 3, 4, 5, 6, 8]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>
                <a:cs typeface="Courier New" panose="02070309020205020404" pitchFamily="49" charset="0"/>
              </a:rPr>
              <a:t> </a:t>
            </a:r>
            <a:r>
              <a:rPr lang="da-DK" dirty="0" err="1">
                <a:cs typeface="Courier New" panose="02070309020205020404" pitchFamily="49" charset="0"/>
              </a:rPr>
              <a:t>Don’t</a:t>
            </a:r>
            <a:r>
              <a:rPr lang="da-DK" dirty="0">
                <a:cs typeface="Courier New" panose="02070309020205020404" pitchFamily="49" charset="0"/>
              </a:rPr>
              <a:t> know</a:t>
            </a:r>
          </a:p>
        </p:txBody>
      </p:sp>
      <p:sp>
        <p:nvSpPr>
          <p:cNvPr id="5" name="Smiley Face 4" descr="QuizAnswer"/>
          <p:cNvSpPr/>
          <p:nvPr/>
        </p:nvSpPr>
        <p:spPr>
          <a:xfrm>
            <a:off x="1278550" y="4001293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714032"/>
              </p:ext>
            </p:extLst>
          </p:nvPr>
        </p:nvGraphicFramePr>
        <p:xfrm>
          <a:off x="9818914" y="4940135"/>
          <a:ext cx="190057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571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9035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abs(7)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abs(-42)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698868"/>
              </p:ext>
            </p:extLst>
          </p:nvPr>
        </p:nvGraphicFramePr>
        <p:xfrm>
          <a:off x="2885704" y="2194727"/>
          <a:ext cx="6341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603">
                  <a:extLst>
                    <a:ext uri="{9D8B030D-6E8A-4147-A177-3AD203B41FA5}">
                      <a16:colId xmlns:a16="http://schemas.microsoft.com/office/drawing/2014/main" val="895568754"/>
                    </a:ext>
                  </a:extLst>
                </a:gridCol>
                <a:gridCol w="649184">
                  <a:extLst>
                    <a:ext uri="{9D8B030D-6E8A-4147-A177-3AD203B41FA5}">
                      <a16:colId xmlns:a16="http://schemas.microsoft.com/office/drawing/2014/main" val="2807257289"/>
                    </a:ext>
                  </a:extLst>
                </a:gridCol>
                <a:gridCol w="807522">
                  <a:extLst>
                    <a:ext uri="{9D8B030D-6E8A-4147-A177-3AD203B41FA5}">
                      <a16:colId xmlns:a16="http://schemas.microsoft.com/office/drawing/2014/main" val="2770622807"/>
                    </a:ext>
                  </a:extLst>
                </a:gridCol>
                <a:gridCol w="657103">
                  <a:extLst>
                    <a:ext uri="{9D8B030D-6E8A-4147-A177-3AD203B41FA5}">
                      <a16:colId xmlns:a16="http://schemas.microsoft.com/office/drawing/2014/main" val="1238309160"/>
                    </a:ext>
                  </a:extLst>
                </a:gridCol>
                <a:gridCol w="851063">
                  <a:extLst>
                    <a:ext uri="{9D8B030D-6E8A-4147-A177-3AD203B41FA5}">
                      <a16:colId xmlns:a16="http://schemas.microsoft.com/office/drawing/2014/main" val="2084058405"/>
                    </a:ext>
                  </a:extLst>
                </a:gridCol>
                <a:gridCol w="676894">
                  <a:extLst>
                    <a:ext uri="{9D8B030D-6E8A-4147-A177-3AD203B41FA5}">
                      <a16:colId xmlns:a16="http://schemas.microsoft.com/office/drawing/2014/main" val="2071309651"/>
                    </a:ext>
                  </a:extLst>
                </a:gridCol>
                <a:gridCol w="585852">
                  <a:extLst>
                    <a:ext uri="{9D8B030D-6E8A-4147-A177-3AD203B41FA5}">
                      <a16:colId xmlns:a16="http://schemas.microsoft.com/office/drawing/2014/main" val="1495655966"/>
                    </a:ext>
                  </a:extLst>
                </a:gridCol>
                <a:gridCol w="886688">
                  <a:extLst>
                    <a:ext uri="{9D8B030D-6E8A-4147-A177-3AD203B41FA5}">
                      <a16:colId xmlns:a16="http://schemas.microsoft.com/office/drawing/2014/main" val="154887926"/>
                    </a:ext>
                  </a:extLst>
                </a:gridCol>
                <a:gridCol w="522517">
                  <a:extLst>
                    <a:ext uri="{9D8B030D-6E8A-4147-A177-3AD203B41FA5}">
                      <a16:colId xmlns:a16="http://schemas.microsoft.com/office/drawing/2014/main" val="3551367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001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26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filter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3073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filter(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list)</a:t>
            </a:r>
            <a:r>
              <a:rPr lang="da-DK" sz="2400" dirty="0"/>
              <a:t> returns the </a:t>
            </a:r>
            <a:r>
              <a:rPr lang="da-DK" sz="2400" dirty="0" err="1"/>
              <a:t>subsequence</a:t>
            </a:r>
            <a:r>
              <a:rPr lang="da-DK" sz="2400" dirty="0"/>
              <a:t> of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da-DK" sz="2400" dirty="0"/>
              <a:t> </a:t>
            </a:r>
            <a:r>
              <a:rPr lang="da-DK" sz="2400" dirty="0" err="1"/>
              <a:t>where</a:t>
            </a:r>
            <a:r>
              <a:rPr lang="da-DK" sz="2400" dirty="0"/>
              <a:t>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da-DK" sz="2400" dirty="0"/>
              <a:t> </a:t>
            </a:r>
            <a:r>
              <a:rPr lang="da-DK" sz="2400" dirty="0" err="1"/>
              <a:t>evaluates</a:t>
            </a:r>
            <a:r>
              <a:rPr lang="da-DK" sz="2400" dirty="0"/>
              <a:t> to true</a:t>
            </a:r>
          </a:p>
          <a:p>
            <a:r>
              <a:rPr lang="da-DK" sz="2400" dirty="0" err="1"/>
              <a:t>Essentially</a:t>
            </a:r>
            <a:r>
              <a:rPr lang="da-DK" sz="2400" dirty="0"/>
              <a:t> the same as </a:t>
            </a:r>
          </a:p>
          <a:p>
            <a:pPr marL="0" indent="0" algn="ctr"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[x for x in list if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(x)]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997690"/>
              </p:ext>
            </p:extLst>
          </p:nvPr>
        </p:nvGraphicFramePr>
        <p:xfrm>
          <a:off x="3823335" y="4156364"/>
          <a:ext cx="454533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53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9035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odd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return x % 2 == 1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</a:t>
                      </a: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8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odd</a:t>
                      </a: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range(10))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&lt;filter object at 0x03970FD0&gt;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pt-BR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</a:t>
                      </a: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8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odd</a:t>
                      </a: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range(10)))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[1, 3, 5, 7, 9]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102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reduce</a:t>
            </a:r>
            <a:r>
              <a:rPr lang="da-DK" dirty="0"/>
              <a:t> (in </a:t>
            </a:r>
            <a:r>
              <a:rPr lang="da-DK" dirty="0" err="1"/>
              <a:t>module</a:t>
            </a:r>
            <a:r>
              <a:rPr lang="da-DK" dirty="0"/>
              <a:t> </a:t>
            </a:r>
            <a:r>
              <a:rPr lang="da-DK" dirty="0" err="1"/>
              <a:t>functools</a:t>
            </a:r>
            <a:r>
              <a:rPr lang="da-DK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06496" cy="4351338"/>
          </a:xfrm>
        </p:spPr>
        <p:txBody>
          <a:bodyPr>
            <a:normAutofit/>
          </a:bodyPr>
          <a:lstStyle/>
          <a:p>
            <a:r>
              <a:rPr lang="da-DK" sz="2400" dirty="0" err="1"/>
              <a:t>Python’s</a:t>
            </a:r>
            <a:r>
              <a:rPr lang="da-DK" sz="2400" dirty="0"/>
              <a:t> ”</a:t>
            </a:r>
            <a:r>
              <a:rPr lang="da-DK" sz="2400" dirty="0" err="1"/>
              <a:t>reduce</a:t>
            </a:r>
            <a:r>
              <a:rPr lang="da-DK" sz="2400" dirty="0"/>
              <a:t>” </a:t>
            </a:r>
            <a:r>
              <a:rPr lang="da-DK" sz="2400" dirty="0" err="1"/>
              <a:t>function</a:t>
            </a:r>
            <a:r>
              <a:rPr lang="da-DK" sz="2400" dirty="0"/>
              <a:t> is in </a:t>
            </a:r>
            <a:r>
              <a:rPr lang="da-DK" sz="2400" dirty="0" err="1"/>
              <a:t>other</a:t>
            </a:r>
            <a:r>
              <a:rPr lang="da-DK" sz="2400" dirty="0"/>
              <a:t> </a:t>
            </a:r>
            <a:r>
              <a:rPr lang="da-DK" sz="2400" dirty="0" err="1"/>
              <a:t>languages</a:t>
            </a:r>
            <a:r>
              <a:rPr lang="da-DK" sz="2400" dirty="0"/>
              <a:t> </a:t>
            </a:r>
            <a:r>
              <a:rPr lang="da-DK" sz="2400" dirty="0" err="1"/>
              <a:t>often</a:t>
            </a:r>
            <a:r>
              <a:rPr lang="da-DK" sz="2400" dirty="0"/>
              <a:t> </a:t>
            </a:r>
            <a:r>
              <a:rPr lang="da-DK" sz="2400" dirty="0" err="1"/>
              <a:t>denoted</a:t>
            </a:r>
            <a:r>
              <a:rPr lang="da-DK" sz="2400" dirty="0"/>
              <a:t> ”</a:t>
            </a:r>
            <a:r>
              <a:rPr lang="da-DK" sz="2400" dirty="0" err="1"/>
              <a:t>foldl</a:t>
            </a:r>
            <a:r>
              <a:rPr lang="da-DK" sz="2400" dirty="0"/>
              <a:t>”</a:t>
            </a:r>
          </a:p>
          <a:p>
            <a:endParaRPr lang="da-DK" sz="2400" dirty="0"/>
          </a:p>
          <a:p>
            <a:pPr marL="0" indent="0" algn="ctr">
              <a:buNone/>
            </a:pP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reduce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(f, [x</a:t>
            </a:r>
            <a:r>
              <a:rPr lang="da-DK" sz="24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x</a:t>
            </a:r>
            <a:r>
              <a:rPr lang="da-DK" sz="24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x</a:t>
            </a:r>
            <a:r>
              <a:rPr lang="da-DK" sz="24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...,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da-DK" sz="2400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]) = f(</a:t>
            </a:r>
            <a:r>
              <a:rPr lang="da-DK" sz="2400" dirty="0">
                <a:cs typeface="Courier New" panose="02070309020205020404" pitchFamily="49" charset="0"/>
              </a:rPr>
              <a:t>∙∙∙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f(f(x</a:t>
            </a:r>
            <a:r>
              <a:rPr lang="da-DK" sz="24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x</a:t>
            </a:r>
            <a:r>
              <a:rPr lang="da-DK" sz="24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), x</a:t>
            </a:r>
            <a:r>
              <a:rPr lang="da-DK" sz="24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da-DK" sz="2400" dirty="0">
                <a:cs typeface="Courier New" panose="02070309020205020404" pitchFamily="49" charset="0"/>
              </a:rPr>
              <a:t>∙∙∙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da-DK" sz="2400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424070"/>
              </p:ext>
            </p:extLst>
          </p:nvPr>
        </p:nvGraphicFramePr>
        <p:xfrm>
          <a:off x="3823335" y="3918167"/>
          <a:ext cx="454533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53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90356">
                <a:tc>
                  <a:txBody>
                    <a:bodyPr/>
                    <a:lstStyle/>
                    <a:p>
                      <a:pPr marL="266700" indent="-26670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da-DK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da-DK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functools</a:t>
                      </a:r>
                      <a:r>
                        <a:rPr lang="da-DK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da-DK" sz="18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reduce</a:t>
                      </a:r>
                      <a:endParaRPr lang="en-US" sz="1800" b="1" baseline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power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y):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return x ** y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reduce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power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[2, 2, 2, 2, 2])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65536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375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lambda</a:t>
            </a:r>
            <a:r>
              <a:rPr lang="da-DK" dirty="0"/>
              <a:t> (</a:t>
            </a:r>
            <a:r>
              <a:rPr lang="da-DK" dirty="0" err="1"/>
              <a:t>anonymous</a:t>
            </a:r>
            <a:r>
              <a:rPr lang="da-DK" dirty="0"/>
              <a:t> </a:t>
            </a:r>
            <a:r>
              <a:rPr lang="da-DK" dirty="0" err="1"/>
              <a:t>functions</a:t>
            </a:r>
            <a:r>
              <a:rPr lang="da-DK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1874"/>
            <a:ext cx="10515600" cy="2615746"/>
          </a:xfrm>
        </p:spPr>
        <p:txBody>
          <a:bodyPr>
            <a:normAutofit lnSpcReduction="10000"/>
          </a:bodyPr>
          <a:lstStyle/>
          <a:p>
            <a:r>
              <a:rPr lang="da-DK" dirty="0"/>
              <a:t>If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define</a:t>
            </a:r>
            <a:r>
              <a:rPr lang="da-DK" dirty="0"/>
              <a:t> a </a:t>
            </a:r>
            <a:r>
              <a:rPr lang="da-DK" i="1" dirty="0"/>
              <a:t>short</a:t>
            </a:r>
            <a:r>
              <a:rPr lang="da-DK" dirty="0"/>
              <a:t> </a:t>
            </a:r>
            <a:r>
              <a:rPr lang="da-DK" dirty="0" err="1"/>
              <a:t>function</a:t>
            </a:r>
            <a:r>
              <a:rPr lang="da-DK" dirty="0"/>
              <a:t>,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i="1" dirty="0" err="1"/>
              <a:t>returns</a:t>
            </a:r>
            <a:r>
              <a:rPr lang="da-DK" i="1" dirty="0"/>
              <a:t> a </a:t>
            </a:r>
            <a:r>
              <a:rPr lang="da-DK" i="1" dirty="0" err="1"/>
              <a:t>value</a:t>
            </a:r>
            <a:r>
              <a:rPr lang="da-DK" dirty="0"/>
              <a:t>, and the </a:t>
            </a:r>
            <a:r>
              <a:rPr lang="da-DK" dirty="0" err="1"/>
              <a:t>function</a:t>
            </a:r>
            <a:r>
              <a:rPr lang="da-DK" dirty="0"/>
              <a:t> is </a:t>
            </a:r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i="1" dirty="0" err="1"/>
              <a:t>used</a:t>
            </a:r>
            <a:r>
              <a:rPr lang="da-DK" i="1" dirty="0"/>
              <a:t> </a:t>
            </a:r>
            <a:r>
              <a:rPr lang="da-DK" i="1" dirty="0" err="1"/>
              <a:t>once</a:t>
            </a:r>
            <a:r>
              <a:rPr lang="da-DK" dirty="0"/>
              <a:t> in </a:t>
            </a:r>
            <a:r>
              <a:rPr lang="da-DK" dirty="0" err="1"/>
              <a:t>your</a:t>
            </a:r>
            <a:r>
              <a:rPr lang="da-DK" dirty="0"/>
              <a:t> program, </a:t>
            </a:r>
            <a:r>
              <a:rPr lang="da-DK" dirty="0" err="1"/>
              <a:t>then</a:t>
            </a:r>
            <a:r>
              <a:rPr lang="da-DK" dirty="0"/>
              <a:t> a </a:t>
            </a:r>
            <a:r>
              <a:rPr lang="da-DK" dirty="0" err="1"/>
              <a:t>lambda</a:t>
            </a:r>
            <a:r>
              <a:rPr lang="da-DK" dirty="0"/>
              <a:t> </a:t>
            </a:r>
            <a:r>
              <a:rPr lang="da-DK" dirty="0" err="1"/>
              <a:t>function</a:t>
            </a:r>
            <a:r>
              <a:rPr lang="da-DK" dirty="0"/>
              <a:t> </a:t>
            </a:r>
            <a:r>
              <a:rPr lang="da-DK" dirty="0" err="1"/>
              <a:t>might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appropriate</a:t>
            </a:r>
            <a:r>
              <a:rPr lang="da-DK" dirty="0"/>
              <a:t>: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lambda arguments: expression</a:t>
            </a:r>
            <a:endParaRPr lang="da-D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dirty="0" err="1"/>
              <a:t>Creates</a:t>
            </a:r>
            <a:r>
              <a:rPr lang="da-DK" dirty="0"/>
              <a:t> a </a:t>
            </a:r>
            <a:r>
              <a:rPr lang="da-DK" dirty="0" err="1"/>
              <a:t>function</a:t>
            </a:r>
            <a:r>
              <a:rPr lang="da-DK" dirty="0"/>
              <a:t> with </a:t>
            </a:r>
            <a:r>
              <a:rPr lang="da-DK" dirty="0" err="1"/>
              <a:t>no</a:t>
            </a:r>
            <a:r>
              <a:rPr lang="da-DK" dirty="0"/>
              <a:t> </a:t>
            </a:r>
            <a:r>
              <a:rPr lang="da-DK" dirty="0" err="1"/>
              <a:t>name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takes</a:t>
            </a:r>
            <a:r>
              <a:rPr lang="da-DK" dirty="0"/>
              <a:t> </a:t>
            </a:r>
            <a:r>
              <a:rPr lang="da-DK" dirty="0" err="1"/>
              <a:t>zero</a:t>
            </a:r>
            <a:r>
              <a:rPr lang="da-DK" dirty="0"/>
              <a:t> or more arguments, and </a:t>
            </a:r>
            <a:r>
              <a:rPr lang="da-DK" dirty="0" err="1"/>
              <a:t>returns</a:t>
            </a:r>
            <a:r>
              <a:rPr lang="da-DK" dirty="0"/>
              <a:t> the </a:t>
            </a:r>
            <a:r>
              <a:rPr lang="da-DK" dirty="0" err="1"/>
              <a:t>value</a:t>
            </a:r>
            <a:r>
              <a:rPr lang="da-DK" dirty="0"/>
              <a:t> of the single </a:t>
            </a:r>
            <a:r>
              <a:rPr lang="da-DK" dirty="0" err="1"/>
              <a:t>expression</a:t>
            </a:r>
            <a:endParaRPr lang="da-DK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063280"/>
              </p:ext>
            </p:extLst>
          </p:nvPr>
        </p:nvGraphicFramePr>
        <p:xfrm>
          <a:off x="2005520" y="4559969"/>
          <a:ext cx="81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096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9035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s-E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 = </a:t>
                      </a:r>
                      <a:r>
                        <a:rPr lang="es-ES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</a:t>
                      </a:r>
                      <a:r>
                        <a:rPr lang="es-E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x, y: x + y  </a:t>
                      </a:r>
                      <a:r>
                        <a:rPr lang="es-ES" sz="18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</a:t>
                      </a:r>
                      <a:r>
                        <a:rPr lang="es-ES" sz="1800" b="1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discouraged</a:t>
                      </a:r>
                      <a:r>
                        <a:rPr lang="es-ES" sz="18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s-ES" sz="1800" b="1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</a:t>
                      </a:r>
                      <a:r>
                        <a:rPr lang="es-ES" sz="18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PEP 8, use </a:t>
                      </a:r>
                      <a:r>
                        <a:rPr lang="es-ES" sz="1800" b="1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endParaRPr lang="es-ES" sz="1800" b="1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s-E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f(2, 3)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s-ES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pt-BR" sz="18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</a:t>
                      </a: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</a:t>
                      </a: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x: x % 2, range(10)))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[1, 3, 5, 7, 9]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218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History</a:t>
            </a:r>
            <a:r>
              <a:rPr lang="da-DK" dirty="0"/>
              <a:t> of </a:t>
            </a:r>
            <a:r>
              <a:rPr lang="da-DK" dirty="0" err="1"/>
              <a:t>lambda</a:t>
            </a:r>
            <a:r>
              <a:rPr lang="da-DK" dirty="0"/>
              <a:t> in </a:t>
            </a:r>
            <a:r>
              <a:rPr lang="da-DK" dirty="0" err="1"/>
              <a:t>programming</a:t>
            </a:r>
            <a:r>
              <a:rPr lang="da-DK" dirty="0"/>
              <a:t> </a:t>
            </a:r>
            <a:r>
              <a:rPr lang="da-DK" dirty="0" err="1"/>
              <a:t>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1560"/>
            <a:ext cx="10515600" cy="489580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pt-BR" dirty="0"/>
              <a:t>Lambda calculus invented by Alonzo Church in 1930s</a:t>
            </a:r>
          </a:p>
          <a:p>
            <a:pPr>
              <a:spcAft>
                <a:spcPts val="1200"/>
              </a:spcAft>
            </a:pPr>
            <a:r>
              <a:rPr lang="en-US" dirty="0"/>
              <a:t>At the heart of functional programming languages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LISP (1958)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ML (1973) and its derivatives, e.g. </a:t>
            </a:r>
            <a:r>
              <a:rPr lang="en-US" dirty="0" err="1"/>
              <a:t>OCaml</a:t>
            </a:r>
            <a:r>
              <a:rPr lang="en-US" dirty="0"/>
              <a:t> (1996) and F* (2011)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Haskell (1990), based on Miranda (1985)</a:t>
            </a:r>
            <a:endParaRPr lang="pt-BR" dirty="0"/>
          </a:p>
          <a:p>
            <a:pPr>
              <a:spcAft>
                <a:spcPts val="1200"/>
              </a:spcAft>
            </a:pPr>
            <a:r>
              <a:rPr lang="pt-BR" dirty="0"/>
              <a:t>C++ got lambdas with C++11 in 2011 (26 years after 1st release)</a:t>
            </a:r>
          </a:p>
          <a:p>
            <a:pPr>
              <a:spcAft>
                <a:spcPts val="1200"/>
              </a:spcAft>
            </a:pPr>
            <a:r>
              <a:rPr lang="pt-BR" dirty="0"/>
              <a:t>Java first got lambdas with Java 8 in 2014 (19 years after 1st release)</a:t>
            </a:r>
          </a:p>
          <a:p>
            <a:pPr>
              <a:spcAft>
                <a:spcPts val="1200"/>
              </a:spcAft>
            </a:pPr>
            <a:r>
              <a:rPr lang="pt-BR" dirty="0"/>
              <a:t>Python has had lambdas since its </a:t>
            </a:r>
            <a:r>
              <a:rPr lang="pt-BR"/>
              <a:t>inception in 1994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01879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Examples</a:t>
            </a:r>
            <a:r>
              <a:rPr lang="da-DK" dirty="0"/>
              <a:t>: </a:t>
            </a:r>
            <a:r>
              <a:rPr lang="da-DK" dirty="0" err="1"/>
              <a:t>sorted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lambda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454496"/>
              </p:ext>
            </p:extLst>
          </p:nvPr>
        </p:nvGraphicFramePr>
        <p:xfrm>
          <a:off x="309403" y="2112523"/>
          <a:ext cx="11573193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31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590356">
                <a:tc>
                  <a:txBody>
                    <a:bodyPr/>
                    <a:lstStyle/>
                    <a:p>
                      <a:pPr marL="266700" indent="-266700">
                        <a:spcAft>
                          <a:spcPts val="12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= [ 'AHA', 'Oasis', 'ABBA', 'Beatles', 'AC/DC', 'B. B. King', 'Bangles', 'Alan Parsons']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Sort by length, secondary after input position (default, known as stable)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sorted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key=</a:t>
                      </a:r>
                      <a:r>
                        <a:rPr lang="en-US" sz="1600" b="1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['AHA', 'ABBA', 'Oasis', 'AC/DC', 'Beatles', 'Bangles', 'B. B. King', 'Alan Parsons']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Sort by number of different letters, secondary alphabetically ignoring case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sorted</a:t>
                      </a:r>
                      <a:r>
                        <a:rPr lang="en-US" sz="1600" b="1" baseline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key=lambda s: </a:t>
                      </a: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({c for c in </a:t>
                      </a:r>
                      <a:r>
                        <a:rPr lang="en-US" sz="1600" b="1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s.upper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if 'A' &lt;= c &lt;= 'Z’})</a:t>
                      </a: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s.upper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600" b="1" baseline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['AHA', 'ABBA', 'AC/DC', 'Oasis', 'Bangles', 'Beatles', 'B. B. King', 'Alan Parsons']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Sort by most 'a's, if equal by number of 'b's, etc.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sorted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(L, 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key=lambda s: sorted([</a:t>
                      </a:r>
                      <a:r>
                        <a:rPr lang="en-US" sz="1600" b="1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a.lower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for a in s if </a:t>
                      </a:r>
                      <a:r>
                        <a:rPr lang="en-US" sz="1600" b="1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a.isalpha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()] + ['~'])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['Alan Parsons', 'ABBA', 'AHA', 'Beatles', 'Bangles', 'AC/DC', 'Oasis', 'B. B. King']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sorted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</a:t>
                      </a:r>
                      <a:r>
                        <a:rPr lang="en-US" sz="16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a.lower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for a in 'AC/DC' if </a:t>
                      </a:r>
                      <a:r>
                        <a:rPr lang="en-US" sz="16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a.isalpha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()]</a:t>
                      </a:r>
                      <a:r>
                        <a:rPr lang="en-US" sz="16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['~']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['a', 'c', 'c', 'd', '~']  </a:t>
                      </a:r>
                      <a:r>
                        <a:rPr lang="pt-BR" sz="16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'~' is larger than all letters 'a'-'z'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6517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min and max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0923"/>
            <a:ext cx="10722563" cy="703426"/>
          </a:xfrm>
        </p:spPr>
        <p:txBody>
          <a:bodyPr>
            <a:normAutofit lnSpcReduction="10000"/>
          </a:bodyPr>
          <a:lstStyle/>
          <a:p>
            <a:r>
              <a:rPr lang="da-DK" sz="2400" dirty="0" err="1"/>
              <a:t>Similarly</a:t>
            </a:r>
            <a:r>
              <a:rPr lang="da-DK" sz="2400" dirty="0"/>
              <a:t> to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sorted</a:t>
            </a:r>
            <a:r>
              <a:rPr lang="da-DK" sz="2400" dirty="0"/>
              <a:t>, the </a:t>
            </a:r>
            <a:r>
              <a:rPr lang="da-DK" sz="2400" dirty="0" err="1"/>
              <a:t>functions</a:t>
            </a:r>
            <a:r>
              <a:rPr lang="da-DK" sz="2400" dirty="0"/>
              <a:t>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da-DK" sz="2400" dirty="0"/>
              <a:t> and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a-DK" sz="2400" dirty="0"/>
              <a:t> </a:t>
            </a:r>
            <a:r>
              <a:rPr lang="da-DK" sz="2400" dirty="0" err="1"/>
              <a:t>take</a:t>
            </a:r>
            <a:r>
              <a:rPr lang="da-DK" sz="2400" dirty="0"/>
              <a:t> a </a:t>
            </a:r>
            <a:r>
              <a:rPr lang="da-DK" sz="2400" dirty="0" err="1"/>
              <a:t>keyword</a:t>
            </a:r>
            <a:r>
              <a:rPr lang="da-DK" sz="2400" dirty="0"/>
              <a:t> argument </a:t>
            </a: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da-DK" sz="2400" dirty="0"/>
              <a:t>, to </a:t>
            </a:r>
            <a:r>
              <a:rPr lang="da-DK" sz="2400" dirty="0" err="1"/>
              <a:t>map</a:t>
            </a:r>
            <a:r>
              <a:rPr lang="da-DK" sz="2400" dirty="0"/>
              <a:t> elements to </a:t>
            </a:r>
            <a:r>
              <a:rPr lang="da-DK" sz="2400" dirty="0" err="1"/>
              <a:t>values</a:t>
            </a:r>
            <a:r>
              <a:rPr lang="da-DK" sz="2400" dirty="0"/>
              <a:t> with </a:t>
            </a:r>
            <a:r>
              <a:rPr lang="da-DK" sz="2400" dirty="0" err="1"/>
              <a:t>some</a:t>
            </a:r>
            <a:r>
              <a:rPr lang="da-DK" sz="2400" dirty="0"/>
              <a:t> default </a:t>
            </a:r>
            <a:r>
              <a:rPr lang="da-DK" sz="2400" dirty="0" err="1"/>
              <a:t>ordering</a:t>
            </a:r>
            <a:endParaRPr lang="da-DK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51592"/>
              </p:ext>
            </p:extLst>
          </p:nvPr>
        </p:nvGraphicFramePr>
        <p:xfrm>
          <a:off x="1401319" y="2993669"/>
          <a:ext cx="932370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7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38544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590297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max(['w', 'xyz', '</a:t>
                      </a:r>
                      <a:r>
                        <a:rPr lang="en-US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abcd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uv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'xyz'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pt-BR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(['w', 'xyz', 'abcd', 'uv'], </a:t>
                      </a:r>
                      <a:r>
                        <a:rPr lang="pt-BR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key=</a:t>
                      </a: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len)</a:t>
                      </a:r>
                      <a:endParaRPr lang="pt-BR" sz="1800" b="1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'abcd'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sorted([210, 13, 1010, 30, 27, 103], key=lambda x: </a:t>
                      </a:r>
                      <a:r>
                        <a:rPr lang="en-US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(x)[::-1])</a:t>
                      </a:r>
                      <a:endParaRPr lang="en-US" sz="1800" b="1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[1010, 210, 30, 103, 13, 27]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([210, 13, 1010, 30, 27, 103], </a:t>
                      </a:r>
                      <a:r>
                        <a:rPr lang="en-US" sz="18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key=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 x: </a:t>
                      </a:r>
                      <a:r>
                        <a:rPr lang="en-US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(x)[::-1])</a:t>
                      </a:r>
                      <a:endParaRPr lang="en-US" sz="1800" b="1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529509" y="6389090"/>
            <a:ext cx="4542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hlinkClick r:id="rId3"/>
              </a:rPr>
              <a:t>docs.python.org/3/library/</a:t>
            </a:r>
            <a:r>
              <a:rPr lang="en-US" dirty="0" err="1">
                <a:hlinkClick r:id="rId3"/>
              </a:rPr>
              <a:t>functions.html#min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4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5387"/>
            <a:ext cx="10515600" cy="1325563"/>
          </a:xfrm>
        </p:spPr>
        <p:txBody>
          <a:bodyPr/>
          <a:lstStyle/>
          <a:p>
            <a:r>
              <a:rPr lang="da-DK" dirty="0" err="1"/>
              <a:t>defaultdict</a:t>
            </a:r>
            <a:r>
              <a:rPr lang="da-DK" dirty="0"/>
              <a:t>	(from </a:t>
            </a:r>
            <a:r>
              <a:rPr lang="da-DK" dirty="0" err="1"/>
              <a:t>module</a:t>
            </a:r>
            <a:r>
              <a:rPr lang="da-DK" dirty="0"/>
              <a:t> </a:t>
            </a:r>
            <a:r>
              <a:rPr lang="da-DK" dirty="0" err="1"/>
              <a:t>collections</a:t>
            </a:r>
            <a:r>
              <a:rPr lang="da-DK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8444"/>
            <a:ext cx="10722563" cy="1438585"/>
          </a:xfrm>
        </p:spPr>
        <p:txBody>
          <a:bodyPr>
            <a:normAutofit/>
          </a:bodyPr>
          <a:lstStyle/>
          <a:p>
            <a:r>
              <a:rPr lang="da-DK" sz="2400" dirty="0"/>
              <a:t>An </a:t>
            </a:r>
            <a:r>
              <a:rPr lang="da-DK" sz="2400" dirty="0" err="1"/>
              <a:t>extension</a:t>
            </a:r>
            <a:r>
              <a:rPr lang="da-DK" sz="2400" dirty="0"/>
              <a:t> of the </a:t>
            </a:r>
            <a:r>
              <a:rPr lang="da-DK" sz="2400" dirty="0" err="1"/>
              <a:t>built</a:t>
            </a:r>
            <a:r>
              <a:rPr lang="da-DK" sz="2400" dirty="0"/>
              <a:t>-in </a:t>
            </a:r>
            <a:r>
              <a:rPr lang="da-DK" sz="2400" dirty="0" err="1"/>
              <a:t>dict</a:t>
            </a:r>
            <a:r>
              <a:rPr lang="da-DK" sz="2400" dirty="0"/>
              <a:t> </a:t>
            </a:r>
            <a:r>
              <a:rPr lang="da-DK" sz="2400" dirty="0" err="1"/>
              <a:t>that</a:t>
            </a:r>
            <a:r>
              <a:rPr lang="da-DK" sz="2400" dirty="0"/>
              <a:t> </a:t>
            </a:r>
            <a:r>
              <a:rPr lang="da-DK" sz="2400" dirty="0" err="1"/>
              <a:t>automatically</a:t>
            </a:r>
            <a:r>
              <a:rPr lang="da-DK" sz="2400" dirty="0"/>
              <a:t> </a:t>
            </a:r>
            <a:r>
              <a:rPr lang="da-DK" sz="2400" dirty="0" err="1"/>
              <a:t>initializes</a:t>
            </a:r>
            <a:r>
              <a:rPr lang="da-DK" sz="2400" dirty="0"/>
              <a:t> </a:t>
            </a:r>
            <a:r>
              <a:rPr lang="da-DK" sz="2400" dirty="0" err="1"/>
              <a:t>undefined</a:t>
            </a:r>
            <a:r>
              <a:rPr lang="da-DK" sz="2400" dirty="0"/>
              <a:t> items on </a:t>
            </a:r>
            <a:r>
              <a:rPr lang="da-DK" sz="2400" dirty="0" err="1"/>
              <a:t>access</a:t>
            </a:r>
            <a:r>
              <a:rPr lang="da-DK" sz="2400" dirty="0"/>
              <a:t> by </a:t>
            </a:r>
            <a:r>
              <a:rPr lang="da-DK" sz="2400" dirty="0" err="1"/>
              <a:t>calling</a:t>
            </a:r>
            <a:r>
              <a:rPr lang="da-DK" sz="2400" dirty="0"/>
              <a:t> a </a:t>
            </a:r>
            <a:r>
              <a:rPr lang="da-DK" sz="2400" dirty="0" err="1"/>
              <a:t>function</a:t>
            </a:r>
            <a:r>
              <a:rPr lang="da-DK" sz="2400" dirty="0"/>
              <a:t> (</a:t>
            </a:r>
            <a:r>
              <a:rPr lang="da-DK" sz="2400" dirty="0" err="1"/>
              <a:t>factory</a:t>
            </a:r>
            <a:r>
              <a:rPr lang="da-DK" sz="2400" dirty="0"/>
              <a:t>) to </a:t>
            </a:r>
            <a:r>
              <a:rPr lang="da-DK" sz="2400" dirty="0" err="1"/>
              <a:t>produce</a:t>
            </a:r>
            <a:r>
              <a:rPr lang="da-DK" sz="2400" dirty="0"/>
              <a:t> a default </a:t>
            </a:r>
            <a:r>
              <a:rPr lang="da-DK" sz="2400" dirty="0" err="1"/>
              <a:t>value</a:t>
            </a:r>
            <a:r>
              <a:rPr lang="da-DK" sz="2400" dirty="0"/>
              <a:t> to </a:t>
            </a:r>
            <a:r>
              <a:rPr lang="da-DK" sz="2400" dirty="0" err="1"/>
              <a:t>be</a:t>
            </a:r>
            <a:r>
              <a:rPr lang="da-DK" sz="2400" dirty="0"/>
              <a:t> </a:t>
            </a:r>
            <a:r>
              <a:rPr lang="da-DK" sz="2400" dirty="0" err="1"/>
              <a:t>inserted</a:t>
            </a:r>
            <a:endParaRPr lang="da-DK" sz="2400" dirty="0"/>
          </a:p>
          <a:p>
            <a:pPr marL="0" indent="0" algn="ctr">
              <a:buNone/>
            </a:pPr>
            <a:r>
              <a:rPr lang="da-DK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defaultdict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a-DK" sz="2400" i="1" dirty="0" err="1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function</a:t>
            </a:r>
            <a:r>
              <a:rPr lang="da-DK" sz="2400" i="1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 to </a:t>
            </a:r>
            <a:r>
              <a:rPr lang="da-DK" sz="2400" i="1" dirty="0" err="1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create</a:t>
            </a:r>
            <a:r>
              <a:rPr lang="da-DK" sz="2400" i="1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 default </a:t>
            </a:r>
            <a:r>
              <a:rPr lang="da-DK" sz="2400" i="1" dirty="0" err="1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value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a-DK" sz="2400" i="1" dirty="0">
                <a:cs typeface="Courier New" panose="02070309020205020404" pitchFamily="49" charset="0"/>
              </a:rPr>
              <a:t>normal </a:t>
            </a:r>
            <a:r>
              <a:rPr lang="da-DK" sz="2400" i="1" dirty="0" err="1">
                <a:cs typeface="Courier New" panose="02070309020205020404" pitchFamily="49" charset="0"/>
              </a:rPr>
              <a:t>dict</a:t>
            </a:r>
            <a:r>
              <a:rPr lang="da-DK" sz="2400" i="1" dirty="0">
                <a:cs typeface="Courier New" panose="02070309020205020404" pitchFamily="49" charset="0"/>
              </a:rPr>
              <a:t> arguments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58096"/>
              </p:ext>
            </p:extLst>
          </p:nvPr>
        </p:nvGraphicFramePr>
        <p:xfrm>
          <a:off x="343930" y="2718314"/>
          <a:ext cx="11504139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413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38544">
                <a:tc>
                  <a:txBody>
                    <a:bodyPr/>
                    <a:lstStyle/>
                    <a:p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590297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scores = {'Mickey': [2, 3, 1], 'Goofy': [1, 0, 2]}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scores['Gladstone']  </a:t>
                      </a:r>
                      <a:r>
                        <a:rPr lang="en-US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access to undefined key in a standard dictionary</a:t>
                      </a:r>
                      <a:endParaRPr lang="pt-BR" sz="1400" b="1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KeyError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'Gladstone'</a:t>
                      </a:r>
                      <a:endParaRPr lang="pt-BR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collections import </a:t>
                      </a:r>
                      <a:r>
                        <a:rPr lang="en-US" sz="14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defaultdict</a:t>
                      </a:r>
                      <a:endParaRPr lang="en-US" sz="1400" b="1" baseline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scores = </a:t>
                      </a:r>
                      <a:r>
                        <a:rPr lang="en-US" sz="14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defaultdict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 : []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{'Mickey': [2, 3, 1], 'Goofy': [1, 0, 2]})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scores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pt-B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defaultdict(&lt;function &lt;lambda&gt; at 0x0000026460F0BBE0&gt;, {'Mickey': [2, 3, 1], 'Goofy': [1, 0, 2]})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scores['Gladstone']  </a:t>
                      </a:r>
                      <a:r>
                        <a:rPr lang="fr-F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calls lambda </a:t>
                      </a:r>
                      <a:r>
                        <a:rPr lang="fr-FR" sz="1400" b="1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without</a:t>
                      </a:r>
                      <a:r>
                        <a:rPr lang="fr-F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arguments to </a:t>
                      </a:r>
                      <a:r>
                        <a:rPr lang="fr-FR" sz="1400" b="1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initialize</a:t>
                      </a:r>
                      <a:r>
                        <a:rPr lang="fr-F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scores['Gladstone']</a:t>
                      </a:r>
                      <a:endParaRPr lang="en-US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scores</a:t>
                      </a:r>
                      <a:endParaRPr lang="en-US" sz="1400" b="1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defaultdict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(&lt;function &lt;lambda&gt; at ...&gt;, {'Mickey': [2, 3, 1], 'Goofy': [1, 0, 2], </a:t>
                      </a:r>
                      <a:r>
                        <a:rPr lang="en-US" sz="14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'Gladstone': []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scores = </a:t>
                      </a:r>
                      <a:r>
                        <a:rPr lang="en-US" sz="14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defaultdict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(list, Mickey=[2, 3, 1], Goofy=[1, 0, 2])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fr-F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scores['</a:t>
                      </a:r>
                      <a:r>
                        <a:rPr lang="fr-FR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daisy</a:t>
                      </a:r>
                      <a:r>
                        <a:rPr lang="fr-F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'].append(7)  </a:t>
                      </a:r>
                      <a:r>
                        <a:rPr lang="fr-F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calls </a:t>
                      </a:r>
                      <a:r>
                        <a:rPr lang="fr-FR" sz="1400" b="1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</a:t>
                      </a:r>
                      <a:r>
                        <a:rPr lang="fr-F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to </a:t>
                      </a:r>
                      <a:r>
                        <a:rPr lang="fr-FR" sz="1400" b="1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initialize</a:t>
                      </a:r>
                      <a:r>
                        <a:rPr lang="fr-F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scores['</a:t>
                      </a:r>
                      <a:r>
                        <a:rPr lang="fr-FR" sz="1400" b="1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daisy</a:t>
                      </a:r>
                      <a:r>
                        <a:rPr lang="fr-F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fr-FR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scores</a:t>
                      </a:r>
                      <a:endParaRPr lang="en-US" sz="14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defaultdict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(&lt;class 'list'&gt;, {'Mickey': [2, 3, 1], 'Goofy': [1, 0, 2], </a:t>
                      </a:r>
                      <a:r>
                        <a:rPr lang="en-US" sz="1400" b="1" baseline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'daisy': [7]</a:t>
                      </a:r>
                      <a:r>
                        <a:rPr lang="en-US" sz="14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578141" y="6389090"/>
            <a:ext cx="649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hlinkClick r:id="rId3"/>
              </a:rPr>
              <a:t>docs.python.org/3/library/collections.html#collections.defaultdict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582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669630"/>
              </p:ext>
            </p:extLst>
          </p:nvPr>
        </p:nvGraphicFramePr>
        <p:xfrm>
          <a:off x="283633" y="367507"/>
          <a:ext cx="11587798" cy="6130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73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3640455">
                  <a:extLst>
                    <a:ext uri="{9D8B030D-6E8A-4147-A177-3AD203B41FA5}">
                      <a16:colId xmlns:a16="http://schemas.microsoft.com/office/drawing/2014/main" val="1137238009"/>
                    </a:ext>
                  </a:extLst>
                </a:gridCol>
              </a:tblGrid>
              <a:tr h="324485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polynomial.py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4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926956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linear_function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(a, b):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x: a * x + b</a:t>
                      </a:r>
                    </a:p>
                    <a:p>
                      <a:endParaRPr lang="en-US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degree_two_polynomial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(a, b, c):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evaluate(x):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a * x**2 + b * x + c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evaluate</a:t>
                      </a:r>
                    </a:p>
                    <a:p>
                      <a:endParaRPr lang="en-US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polynomial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(coefficients):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x: sum([c * x**p for p, c in enumerate(coefficients)])</a:t>
                      </a:r>
                    </a:p>
                    <a:p>
                      <a:endParaRPr lang="en-US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combine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(f, g):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evaluate(*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**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kwargs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f(g(*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**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kwargs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evaluate</a:t>
                      </a:r>
                    </a:p>
                    <a:p>
                      <a:endParaRPr lang="en-US" sz="1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linear_function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(2, 3)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x in [0, 1, 2]: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f'f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({x}) = {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(x)}')</a:t>
                      </a:r>
                    </a:p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degree_two_polynomial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(1, 2, 3)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x in [0, 1, 2]: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4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f'p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({x}) = {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(x)}')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print(f'{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polynomial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([3, 2, 1])(2) = }')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combine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(abs, </a:t>
                      </a:r>
                      <a:r>
                        <a:rPr lang="en-US" sz="14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x, y: x - y)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print(f'{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5) = }')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f(0) =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f(1) = 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f(2) = 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p(0) = 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p(1) = 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p(2) = 11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polynomial([3, 2, 1])(2) = 11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h(3, 5) = 2</a:t>
                      </a:r>
                      <a:endParaRPr lang="pt-BR" sz="1400" b="1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179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– What value is h(1) 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103918"/>
              </p:ext>
            </p:extLst>
          </p:nvPr>
        </p:nvGraphicFramePr>
        <p:xfrm>
          <a:off x="1367367" y="1855258"/>
          <a:ext cx="523430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3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linear_combine.py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combine(f, g):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evaluate(*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**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kwargs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f(g(*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**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kwargs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</a:t>
                      </a:r>
                    </a:p>
                    <a:p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evaluate</a:t>
                      </a:r>
                    </a:p>
                    <a:p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linear_function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(a, b):</a:t>
                      </a: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lambda x: a * x + b</a:t>
                      </a:r>
                    </a:p>
                    <a:p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linear_function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(2, 3)</a:t>
                      </a:r>
                    </a:p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linear_function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(4, 5)</a:t>
                      </a:r>
                    </a:p>
                    <a:p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combine(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7929033" y="2463210"/>
            <a:ext cx="3471334" cy="320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>
                <a:cs typeface="Courier New" panose="02070309020205020404" pitchFamily="49" charset="0"/>
              </a:rPr>
              <a:t> </a:t>
            </a:r>
            <a:r>
              <a:rPr lang="da-DK" dirty="0" err="1">
                <a:cs typeface="Courier New" panose="02070309020205020404" pitchFamily="49" charset="0"/>
              </a:rPr>
              <a:t>Don’t</a:t>
            </a:r>
            <a:r>
              <a:rPr lang="da-DK" dirty="0">
                <a:cs typeface="Courier New" panose="02070309020205020404" pitchFamily="49" charset="0"/>
              </a:rPr>
              <a:t> know</a:t>
            </a:r>
          </a:p>
        </p:txBody>
      </p:sp>
      <p:sp>
        <p:nvSpPr>
          <p:cNvPr id="6" name="Smiley Face 5" descr="QuizAnswer"/>
          <p:cNvSpPr/>
          <p:nvPr/>
        </p:nvSpPr>
        <p:spPr>
          <a:xfrm>
            <a:off x="7442283" y="4021801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32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 example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418171"/>
              </p:ext>
            </p:extLst>
          </p:nvPr>
        </p:nvGraphicFramePr>
        <p:xfrm>
          <a:off x="7033803" y="1573049"/>
          <a:ext cx="4705668" cy="408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56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linear_combine.py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combine(f, g):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evaluate(*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**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kwargs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f(g(*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**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kwargs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evaluate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linear_function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(a, b):</a:t>
                      </a: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lambda x: a * x + b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linear_function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(2, 3)</a:t>
                      </a:r>
                    </a:p>
                    <a:p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linear_function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(4, 5)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combine(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endParaRPr lang="en-US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09769"/>
              </p:ext>
            </p:extLst>
          </p:nvPr>
        </p:nvGraphicFramePr>
        <p:xfrm>
          <a:off x="996560" y="4925849"/>
          <a:ext cx="4642485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0380">
                  <a:extLst>
                    <a:ext uri="{9D8B030D-6E8A-4147-A177-3AD203B41FA5}">
                      <a16:colId xmlns:a16="http://schemas.microsoft.com/office/drawing/2014/main" val="1660599354"/>
                    </a:ext>
                  </a:extLst>
                </a:gridCol>
                <a:gridCol w="2872105">
                  <a:extLst>
                    <a:ext uri="{9D8B030D-6E8A-4147-A177-3AD203B41FA5}">
                      <a16:colId xmlns:a16="http://schemas.microsoft.com/office/drawing/2014/main" val="286387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da-DK" dirty="0" err="1"/>
                        <a:t>combine</a:t>
                      </a:r>
                      <a:r>
                        <a:rPr lang="da-DK" dirty="0"/>
                        <a:t> :</a:t>
                      </a:r>
                    </a:p>
                    <a:p>
                      <a:pPr algn="r"/>
                      <a:r>
                        <a:rPr lang="da-DK" dirty="0" err="1"/>
                        <a:t>linear_function</a:t>
                      </a:r>
                      <a:r>
                        <a:rPr lang="da-DK" dirty="0"/>
                        <a:t> :</a:t>
                      </a:r>
                    </a:p>
                    <a:p>
                      <a:pPr algn="r"/>
                      <a:r>
                        <a:rPr lang="da-DK" dirty="0"/>
                        <a:t>f :</a:t>
                      </a:r>
                    </a:p>
                    <a:p>
                      <a:pPr algn="r"/>
                      <a:r>
                        <a:rPr lang="da-DK" dirty="0"/>
                        <a:t>g :</a:t>
                      </a:r>
                    </a:p>
                    <a:p>
                      <a:pPr algn="r"/>
                      <a:r>
                        <a:rPr lang="da-DK" dirty="0"/>
                        <a:t>h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&lt;</a:t>
                      </a:r>
                      <a:r>
                        <a:rPr lang="da-DK" dirty="0" err="1"/>
                        <a:t>function</a:t>
                      </a:r>
                      <a:r>
                        <a:rPr lang="da-DK" dirty="0"/>
                        <a:t>  </a:t>
                      </a:r>
                      <a:r>
                        <a:rPr lang="da-DK" dirty="0" err="1"/>
                        <a:t>combine</a:t>
                      </a:r>
                      <a:r>
                        <a:rPr lang="da-DK" dirty="0"/>
                        <a:t>   &gt;</a:t>
                      </a:r>
                    </a:p>
                    <a:p>
                      <a:pPr algn="l"/>
                      <a:r>
                        <a:rPr lang="en-US" dirty="0"/>
                        <a:t>&lt;function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linear_function</a:t>
                      </a:r>
                      <a:r>
                        <a:rPr lang="en-US" baseline="0" dirty="0"/>
                        <a:t>   &gt;</a:t>
                      </a:r>
                    </a:p>
                    <a:p>
                      <a:pPr algn="l"/>
                      <a:r>
                        <a:rPr lang="en-US" baseline="0" dirty="0"/>
                        <a:t>&lt;function lambda   &gt;</a:t>
                      </a:r>
                    </a:p>
                    <a:p>
                      <a:pPr algn="l"/>
                      <a:r>
                        <a:rPr lang="en-US" baseline="0" dirty="0"/>
                        <a:t>&lt;function lambda   &gt;</a:t>
                      </a:r>
                    </a:p>
                    <a:p>
                      <a:pPr algn="l"/>
                      <a:r>
                        <a:rPr lang="en-US" baseline="0" dirty="0"/>
                        <a:t>&lt;function evaluate   &gt;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4791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522261"/>
              </p:ext>
            </p:extLst>
          </p:nvPr>
        </p:nvGraphicFramePr>
        <p:xfrm>
          <a:off x="996560" y="3560966"/>
          <a:ext cx="821373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218">
                  <a:extLst>
                    <a:ext uri="{9D8B030D-6E8A-4147-A177-3AD203B41FA5}">
                      <a16:colId xmlns:a16="http://schemas.microsoft.com/office/drawing/2014/main" val="1660599354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86387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da-DK" dirty="0"/>
                        <a:t>a :</a:t>
                      </a:r>
                    </a:p>
                    <a:p>
                      <a:pPr algn="r"/>
                      <a:r>
                        <a:rPr lang="da-DK" dirty="0"/>
                        <a:t>b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2</a:t>
                      </a:r>
                    </a:p>
                    <a:p>
                      <a:pPr algn="l"/>
                      <a:r>
                        <a:rPr lang="da-DK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4791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352725"/>
              </p:ext>
            </p:extLst>
          </p:nvPr>
        </p:nvGraphicFramePr>
        <p:xfrm>
          <a:off x="2041582" y="3560966"/>
          <a:ext cx="821373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218">
                  <a:extLst>
                    <a:ext uri="{9D8B030D-6E8A-4147-A177-3AD203B41FA5}">
                      <a16:colId xmlns:a16="http://schemas.microsoft.com/office/drawing/2014/main" val="1660599354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86387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da-DK" dirty="0"/>
                        <a:t>a :</a:t>
                      </a:r>
                    </a:p>
                    <a:p>
                      <a:pPr algn="r"/>
                      <a:r>
                        <a:rPr lang="da-DK" dirty="0"/>
                        <a:t>b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4</a:t>
                      </a:r>
                    </a:p>
                    <a:p>
                      <a:pPr algn="l"/>
                      <a:r>
                        <a:rPr lang="da-DK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47917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>
            <a:stCxn id="8" idx="2"/>
            <a:endCxn id="7" idx="0"/>
          </p:cNvCxnSpPr>
          <p:nvPr/>
        </p:nvCxnSpPr>
        <p:spPr>
          <a:xfrm>
            <a:off x="1407246" y="4201046"/>
            <a:ext cx="1910556" cy="7248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2"/>
            <a:endCxn id="7" idx="0"/>
          </p:cNvCxnSpPr>
          <p:nvPr/>
        </p:nvCxnSpPr>
        <p:spPr>
          <a:xfrm>
            <a:off x="2452268" y="4201046"/>
            <a:ext cx="865534" cy="7248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810602"/>
              </p:ext>
            </p:extLst>
          </p:nvPr>
        </p:nvGraphicFramePr>
        <p:xfrm>
          <a:off x="3090554" y="3291612"/>
          <a:ext cx="3330512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8200">
                  <a:extLst>
                    <a:ext uri="{9D8B030D-6E8A-4147-A177-3AD203B41FA5}">
                      <a16:colId xmlns:a16="http://schemas.microsoft.com/office/drawing/2014/main" val="1660599354"/>
                    </a:ext>
                  </a:extLst>
                </a:gridCol>
                <a:gridCol w="2242312">
                  <a:extLst>
                    <a:ext uri="{9D8B030D-6E8A-4147-A177-3AD203B41FA5}">
                      <a16:colId xmlns:a16="http://schemas.microsoft.com/office/drawing/2014/main" val="286387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da-DK" dirty="0"/>
                        <a:t>g :</a:t>
                      </a:r>
                    </a:p>
                    <a:p>
                      <a:pPr algn="r"/>
                      <a:r>
                        <a:rPr lang="da-DK" dirty="0"/>
                        <a:t>f :</a:t>
                      </a:r>
                    </a:p>
                    <a:p>
                      <a:pPr algn="r"/>
                      <a:r>
                        <a:rPr lang="da-DK" dirty="0" err="1"/>
                        <a:t>evaluate</a:t>
                      </a:r>
                      <a:r>
                        <a:rPr lang="da-DK" dirty="0"/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&lt;function lambda   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&lt;function lambda   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&lt;function evaluate   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47917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flipH="1">
            <a:off x="3317802" y="4185421"/>
            <a:ext cx="1438008" cy="7198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570522"/>
              </p:ext>
            </p:extLst>
          </p:nvPr>
        </p:nvGraphicFramePr>
        <p:xfrm>
          <a:off x="3983507" y="1838280"/>
          <a:ext cx="1544384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6379">
                  <a:extLst>
                    <a:ext uri="{9D8B030D-6E8A-4147-A177-3AD203B41FA5}">
                      <a16:colId xmlns:a16="http://schemas.microsoft.com/office/drawing/2014/main" val="1660599354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86387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da-DK" dirty="0" err="1"/>
                        <a:t>args</a:t>
                      </a:r>
                      <a:r>
                        <a:rPr lang="da-DK" dirty="0"/>
                        <a:t> :</a:t>
                      </a:r>
                    </a:p>
                    <a:p>
                      <a:pPr algn="r"/>
                      <a:r>
                        <a:rPr lang="da-DK" dirty="0" err="1"/>
                        <a:t>kwargs</a:t>
                      </a:r>
                      <a:r>
                        <a:rPr lang="da-DK" dirty="0"/>
                        <a:t>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(1,)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{}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47917"/>
                  </a:ext>
                </a:extLst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>
            <a:off x="4755699" y="2457769"/>
            <a:ext cx="111" cy="8132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8633" y="4563447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global variables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365921"/>
              </p:ext>
            </p:extLst>
          </p:nvPr>
        </p:nvGraphicFramePr>
        <p:xfrm>
          <a:off x="2041582" y="2135358"/>
          <a:ext cx="821373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218">
                  <a:extLst>
                    <a:ext uri="{9D8B030D-6E8A-4147-A177-3AD203B41FA5}">
                      <a16:colId xmlns:a16="http://schemas.microsoft.com/office/drawing/2014/main" val="1660599354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86387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da-DK" dirty="0"/>
                        <a:t>x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47917"/>
                  </a:ext>
                </a:extLst>
              </a:tr>
            </a:tbl>
          </a:graphicData>
        </a:graphic>
      </p:graphicFrame>
      <p:cxnSp>
        <p:nvCxnSpPr>
          <p:cNvPr id="36" name="Straight Arrow Connector 35"/>
          <p:cNvCxnSpPr/>
          <p:nvPr/>
        </p:nvCxnSpPr>
        <p:spPr>
          <a:xfrm>
            <a:off x="2452268" y="2480527"/>
            <a:ext cx="0" cy="10598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024015"/>
              </p:ext>
            </p:extLst>
          </p:nvPr>
        </p:nvGraphicFramePr>
        <p:xfrm>
          <a:off x="996560" y="2135358"/>
          <a:ext cx="821373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218">
                  <a:extLst>
                    <a:ext uri="{9D8B030D-6E8A-4147-A177-3AD203B41FA5}">
                      <a16:colId xmlns:a16="http://schemas.microsoft.com/office/drawing/2014/main" val="1660599354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86387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da-DK" dirty="0"/>
                        <a:t>x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a-DK" dirty="0"/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47917"/>
                  </a:ext>
                </a:extLst>
              </a:tr>
            </a:tbl>
          </a:graphicData>
        </a:graphic>
      </p:graphicFrame>
      <p:cxnSp>
        <p:nvCxnSpPr>
          <p:cNvPr id="41" name="Straight Arrow Connector 40"/>
          <p:cNvCxnSpPr/>
          <p:nvPr/>
        </p:nvCxnSpPr>
        <p:spPr>
          <a:xfrm>
            <a:off x="1407246" y="2480527"/>
            <a:ext cx="0" cy="10598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4262967" y="4756972"/>
            <a:ext cx="486833" cy="344194"/>
          </a:xfrm>
          <a:custGeom>
            <a:avLst/>
            <a:gdLst>
              <a:gd name="connsiteX0" fmla="*/ 486833 w 486833"/>
              <a:gd name="connsiteY0" fmla="*/ 456688 h 456688"/>
              <a:gd name="connsiteX1" fmla="*/ 381000 w 486833"/>
              <a:gd name="connsiteY1" fmla="*/ 3722 h 456688"/>
              <a:gd name="connsiteX2" fmla="*/ 0 w 486833"/>
              <a:gd name="connsiteY2" fmla="*/ 278888 h 456688"/>
              <a:gd name="connsiteX0" fmla="*/ 486833 w 491563"/>
              <a:gd name="connsiteY0" fmla="*/ 300459 h 300459"/>
              <a:gd name="connsiteX1" fmla="*/ 444500 w 491563"/>
              <a:gd name="connsiteY1" fmla="*/ 21060 h 300459"/>
              <a:gd name="connsiteX2" fmla="*/ 0 w 491563"/>
              <a:gd name="connsiteY2" fmla="*/ 122659 h 300459"/>
              <a:gd name="connsiteX0" fmla="*/ 486833 w 486833"/>
              <a:gd name="connsiteY0" fmla="*/ 344194 h 344194"/>
              <a:gd name="connsiteX1" fmla="*/ 368300 w 486833"/>
              <a:gd name="connsiteY1" fmla="*/ 9761 h 344194"/>
              <a:gd name="connsiteX2" fmla="*/ 0 w 486833"/>
              <a:gd name="connsiteY2" fmla="*/ 166394 h 344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6833" h="344194">
                <a:moveTo>
                  <a:pt x="486833" y="344194"/>
                </a:moveTo>
                <a:cubicBezTo>
                  <a:pt x="474486" y="132527"/>
                  <a:pt x="449439" y="39394"/>
                  <a:pt x="368300" y="9761"/>
                </a:cubicBezTo>
                <a:cubicBezTo>
                  <a:pt x="287161" y="-19872"/>
                  <a:pt x="149930" y="13994"/>
                  <a:pt x="0" y="166394"/>
                </a:cubicBezTo>
              </a:path>
            </a:pathLst>
          </a:custGeom>
          <a:noFill/>
          <a:ln>
            <a:solidFill>
              <a:schemeClr val="tx1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4713800" y="5099247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4535998" y="563264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4531762" y="5916275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4633362" y="6187208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264132" y="5357481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969178" y="3267826"/>
            <a:ext cx="300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2575" y="3229729"/>
            <a:ext cx="300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50681" y="2981750"/>
            <a:ext cx="1022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combine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83114" y="1498461"/>
            <a:ext cx="1022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evaluate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58121" y="1810472"/>
            <a:ext cx="1359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lambda (g)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5670" y="1810472"/>
            <a:ext cx="140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lambda (f)</a:t>
            </a:r>
          </a:p>
        </p:txBody>
      </p:sp>
      <p:sp>
        <p:nvSpPr>
          <p:cNvPr id="61" name="Freeform 60"/>
          <p:cNvSpPr/>
          <p:nvPr/>
        </p:nvSpPr>
        <p:spPr>
          <a:xfrm>
            <a:off x="4262966" y="4561776"/>
            <a:ext cx="1037166" cy="831706"/>
          </a:xfrm>
          <a:custGeom>
            <a:avLst/>
            <a:gdLst>
              <a:gd name="connsiteX0" fmla="*/ 486833 w 486833"/>
              <a:gd name="connsiteY0" fmla="*/ 456688 h 456688"/>
              <a:gd name="connsiteX1" fmla="*/ 381000 w 486833"/>
              <a:gd name="connsiteY1" fmla="*/ 3722 h 456688"/>
              <a:gd name="connsiteX2" fmla="*/ 0 w 486833"/>
              <a:gd name="connsiteY2" fmla="*/ 278888 h 456688"/>
              <a:gd name="connsiteX0" fmla="*/ 1037166 w 1044879"/>
              <a:gd name="connsiteY0" fmla="*/ 543582 h 543582"/>
              <a:gd name="connsiteX1" fmla="*/ 931333 w 1044879"/>
              <a:gd name="connsiteY1" fmla="*/ 90616 h 543582"/>
              <a:gd name="connsiteX2" fmla="*/ 0 w 1044879"/>
              <a:gd name="connsiteY2" fmla="*/ 86382 h 543582"/>
              <a:gd name="connsiteX0" fmla="*/ 1037166 w 1037166"/>
              <a:gd name="connsiteY0" fmla="*/ 928503 h 928503"/>
              <a:gd name="connsiteX1" fmla="*/ 690033 w 1037166"/>
              <a:gd name="connsiteY1" fmla="*/ 9870 h 928503"/>
              <a:gd name="connsiteX2" fmla="*/ 0 w 1037166"/>
              <a:gd name="connsiteY2" fmla="*/ 471303 h 928503"/>
              <a:gd name="connsiteX0" fmla="*/ 1037166 w 1037166"/>
              <a:gd name="connsiteY0" fmla="*/ 834604 h 834604"/>
              <a:gd name="connsiteX1" fmla="*/ 427566 w 1037166"/>
              <a:gd name="connsiteY1" fmla="*/ 12580 h 834604"/>
              <a:gd name="connsiteX2" fmla="*/ 0 w 1037166"/>
              <a:gd name="connsiteY2" fmla="*/ 377404 h 834604"/>
              <a:gd name="connsiteX0" fmla="*/ 1037166 w 1037166"/>
              <a:gd name="connsiteY0" fmla="*/ 834604 h 834604"/>
              <a:gd name="connsiteX1" fmla="*/ 647699 w 1037166"/>
              <a:gd name="connsiteY1" fmla="*/ 12580 h 834604"/>
              <a:gd name="connsiteX2" fmla="*/ 0 w 1037166"/>
              <a:gd name="connsiteY2" fmla="*/ 377404 h 834604"/>
              <a:gd name="connsiteX0" fmla="*/ 1037166 w 1037166"/>
              <a:gd name="connsiteY0" fmla="*/ 825238 h 825238"/>
              <a:gd name="connsiteX1" fmla="*/ 647699 w 1037166"/>
              <a:gd name="connsiteY1" fmla="*/ 3214 h 825238"/>
              <a:gd name="connsiteX2" fmla="*/ 0 w 1037166"/>
              <a:gd name="connsiteY2" fmla="*/ 368038 h 82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7166" h="825238">
                <a:moveTo>
                  <a:pt x="1037166" y="825238"/>
                </a:moveTo>
                <a:cubicBezTo>
                  <a:pt x="1024819" y="613571"/>
                  <a:pt x="1011060" y="37411"/>
                  <a:pt x="647699" y="3214"/>
                </a:cubicBezTo>
                <a:cubicBezTo>
                  <a:pt x="284338" y="-30983"/>
                  <a:pt x="149930" y="215638"/>
                  <a:pt x="0" y="368038"/>
                </a:cubicBezTo>
              </a:path>
            </a:pathLst>
          </a:custGeom>
          <a:noFill/>
          <a:ln>
            <a:solidFill>
              <a:schemeClr val="tx1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Freeform 61"/>
          <p:cNvSpPr/>
          <p:nvPr/>
        </p:nvSpPr>
        <p:spPr>
          <a:xfrm>
            <a:off x="1807628" y="4210038"/>
            <a:ext cx="4082161" cy="1467984"/>
          </a:xfrm>
          <a:custGeom>
            <a:avLst/>
            <a:gdLst>
              <a:gd name="connsiteX0" fmla="*/ 486833 w 486833"/>
              <a:gd name="connsiteY0" fmla="*/ 456688 h 456688"/>
              <a:gd name="connsiteX1" fmla="*/ 381000 w 486833"/>
              <a:gd name="connsiteY1" fmla="*/ 3722 h 456688"/>
              <a:gd name="connsiteX2" fmla="*/ 0 w 486833"/>
              <a:gd name="connsiteY2" fmla="*/ 278888 h 456688"/>
              <a:gd name="connsiteX0" fmla="*/ 1037166 w 1044879"/>
              <a:gd name="connsiteY0" fmla="*/ 543582 h 543582"/>
              <a:gd name="connsiteX1" fmla="*/ 931333 w 1044879"/>
              <a:gd name="connsiteY1" fmla="*/ 90616 h 543582"/>
              <a:gd name="connsiteX2" fmla="*/ 0 w 1044879"/>
              <a:gd name="connsiteY2" fmla="*/ 86382 h 543582"/>
              <a:gd name="connsiteX0" fmla="*/ 1037166 w 1037166"/>
              <a:gd name="connsiteY0" fmla="*/ 928503 h 928503"/>
              <a:gd name="connsiteX1" fmla="*/ 690033 w 1037166"/>
              <a:gd name="connsiteY1" fmla="*/ 9870 h 928503"/>
              <a:gd name="connsiteX2" fmla="*/ 0 w 1037166"/>
              <a:gd name="connsiteY2" fmla="*/ 471303 h 928503"/>
              <a:gd name="connsiteX0" fmla="*/ 1037166 w 1037166"/>
              <a:gd name="connsiteY0" fmla="*/ 834604 h 834604"/>
              <a:gd name="connsiteX1" fmla="*/ 427566 w 1037166"/>
              <a:gd name="connsiteY1" fmla="*/ 12580 h 834604"/>
              <a:gd name="connsiteX2" fmla="*/ 0 w 1037166"/>
              <a:gd name="connsiteY2" fmla="*/ 377404 h 834604"/>
              <a:gd name="connsiteX0" fmla="*/ 1037166 w 1037166"/>
              <a:gd name="connsiteY0" fmla="*/ 834604 h 834604"/>
              <a:gd name="connsiteX1" fmla="*/ 647699 w 1037166"/>
              <a:gd name="connsiteY1" fmla="*/ 12580 h 834604"/>
              <a:gd name="connsiteX2" fmla="*/ 0 w 1037166"/>
              <a:gd name="connsiteY2" fmla="*/ 377404 h 834604"/>
              <a:gd name="connsiteX0" fmla="*/ 1037166 w 1037166"/>
              <a:gd name="connsiteY0" fmla="*/ 825238 h 825238"/>
              <a:gd name="connsiteX1" fmla="*/ 647699 w 1037166"/>
              <a:gd name="connsiteY1" fmla="*/ 3214 h 825238"/>
              <a:gd name="connsiteX2" fmla="*/ 0 w 1037166"/>
              <a:gd name="connsiteY2" fmla="*/ 368038 h 825238"/>
              <a:gd name="connsiteX0" fmla="*/ 2760133 w 2760133"/>
              <a:gd name="connsiteY0" fmla="*/ 1475264 h 1475264"/>
              <a:gd name="connsiteX1" fmla="*/ 2370666 w 2760133"/>
              <a:gd name="connsiteY1" fmla="*/ 653240 h 1475264"/>
              <a:gd name="connsiteX2" fmla="*/ 0 w 2760133"/>
              <a:gd name="connsiteY2" fmla="*/ 26767 h 1475264"/>
              <a:gd name="connsiteX0" fmla="*/ 2760133 w 2760133"/>
              <a:gd name="connsiteY0" fmla="*/ 1448497 h 1448497"/>
              <a:gd name="connsiteX1" fmla="*/ 2370666 w 2760133"/>
              <a:gd name="connsiteY1" fmla="*/ 626473 h 1448497"/>
              <a:gd name="connsiteX2" fmla="*/ 0 w 2760133"/>
              <a:gd name="connsiteY2" fmla="*/ 0 h 1448497"/>
              <a:gd name="connsiteX0" fmla="*/ 2760133 w 4172757"/>
              <a:gd name="connsiteY0" fmla="*/ 1448497 h 1448497"/>
              <a:gd name="connsiteX1" fmla="*/ 4097866 w 4172757"/>
              <a:gd name="connsiteY1" fmla="*/ 471058 h 1448497"/>
              <a:gd name="connsiteX2" fmla="*/ 0 w 4172757"/>
              <a:gd name="connsiteY2" fmla="*/ 0 h 1448497"/>
              <a:gd name="connsiteX0" fmla="*/ 2760133 w 4261834"/>
              <a:gd name="connsiteY0" fmla="*/ 1448497 h 1448503"/>
              <a:gd name="connsiteX1" fmla="*/ 4097866 w 4261834"/>
              <a:gd name="connsiteY1" fmla="*/ 471058 h 1448503"/>
              <a:gd name="connsiteX2" fmla="*/ 0 w 4261834"/>
              <a:gd name="connsiteY2" fmla="*/ 0 h 1448503"/>
              <a:gd name="connsiteX0" fmla="*/ 2760133 w 4086355"/>
              <a:gd name="connsiteY0" fmla="*/ 1448497 h 1448503"/>
              <a:gd name="connsiteX1" fmla="*/ 3886200 w 4086355"/>
              <a:gd name="connsiteY1" fmla="*/ 408052 h 1448503"/>
              <a:gd name="connsiteX2" fmla="*/ 0 w 4086355"/>
              <a:gd name="connsiteY2" fmla="*/ 0 h 1448503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2760133 w 4287366"/>
              <a:gd name="connsiteY0" fmla="*/ 1448497 h 1458624"/>
              <a:gd name="connsiteX1" fmla="*/ 3886200 w 4287366"/>
              <a:gd name="connsiteY1" fmla="*/ 408052 h 1458624"/>
              <a:gd name="connsiteX2" fmla="*/ 0 w 4287366"/>
              <a:gd name="connsiteY2" fmla="*/ 0 h 1458624"/>
              <a:gd name="connsiteX0" fmla="*/ 2760133 w 4156423"/>
              <a:gd name="connsiteY0" fmla="*/ 1448497 h 1458314"/>
              <a:gd name="connsiteX1" fmla="*/ 3683000 w 4156423"/>
              <a:gd name="connsiteY1" fmla="*/ 378649 h 1458314"/>
              <a:gd name="connsiteX2" fmla="*/ 0 w 4156423"/>
              <a:gd name="connsiteY2" fmla="*/ 0 h 1458314"/>
              <a:gd name="connsiteX0" fmla="*/ 2760133 w 4194027"/>
              <a:gd name="connsiteY0" fmla="*/ 1448497 h 1457467"/>
              <a:gd name="connsiteX1" fmla="*/ 3683000 w 4194027"/>
              <a:gd name="connsiteY1" fmla="*/ 378649 h 1457467"/>
              <a:gd name="connsiteX2" fmla="*/ 0 w 4194027"/>
              <a:gd name="connsiteY2" fmla="*/ 0 h 1457467"/>
              <a:gd name="connsiteX0" fmla="*/ 2760133 w 4095788"/>
              <a:gd name="connsiteY0" fmla="*/ 1448497 h 1457056"/>
              <a:gd name="connsiteX1" fmla="*/ 3517900 w 4095788"/>
              <a:gd name="connsiteY1" fmla="*/ 328244 h 1457056"/>
              <a:gd name="connsiteX2" fmla="*/ 0 w 4095788"/>
              <a:gd name="connsiteY2" fmla="*/ 0 h 1457056"/>
              <a:gd name="connsiteX0" fmla="*/ 2760133 w 4122641"/>
              <a:gd name="connsiteY0" fmla="*/ 1448497 h 1457326"/>
              <a:gd name="connsiteX1" fmla="*/ 3564467 w 4122641"/>
              <a:gd name="connsiteY1" fmla="*/ 361848 h 1457326"/>
              <a:gd name="connsiteX2" fmla="*/ 0 w 4122641"/>
              <a:gd name="connsiteY2" fmla="*/ 0 h 1457326"/>
              <a:gd name="connsiteX0" fmla="*/ 2760133 w 4133116"/>
              <a:gd name="connsiteY0" fmla="*/ 1448497 h 1456934"/>
              <a:gd name="connsiteX1" fmla="*/ 3564467 w 4133116"/>
              <a:gd name="connsiteY1" fmla="*/ 361848 h 1456934"/>
              <a:gd name="connsiteX2" fmla="*/ 0 w 4133116"/>
              <a:gd name="connsiteY2" fmla="*/ 0 h 1456934"/>
              <a:gd name="connsiteX0" fmla="*/ 2760133 w 4082161"/>
              <a:gd name="connsiteY0" fmla="*/ 1448497 h 1456568"/>
              <a:gd name="connsiteX1" fmla="*/ 3475567 w 4082161"/>
              <a:gd name="connsiteY1" fmla="*/ 311443 h 1456568"/>
              <a:gd name="connsiteX2" fmla="*/ 0 w 4082161"/>
              <a:gd name="connsiteY2" fmla="*/ 0 h 145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2161" h="1456568">
                <a:moveTo>
                  <a:pt x="2760133" y="1448497"/>
                </a:moveTo>
                <a:cubicBezTo>
                  <a:pt x="4555420" y="1560262"/>
                  <a:pt x="4236156" y="477250"/>
                  <a:pt x="3475567" y="311443"/>
                </a:cubicBezTo>
                <a:cubicBezTo>
                  <a:pt x="2714978" y="145636"/>
                  <a:pt x="475897" y="435657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Freeform 62"/>
          <p:cNvSpPr/>
          <p:nvPr/>
        </p:nvSpPr>
        <p:spPr>
          <a:xfrm>
            <a:off x="2862956" y="4196979"/>
            <a:ext cx="3257608" cy="1764622"/>
          </a:xfrm>
          <a:custGeom>
            <a:avLst/>
            <a:gdLst>
              <a:gd name="connsiteX0" fmla="*/ 486833 w 486833"/>
              <a:gd name="connsiteY0" fmla="*/ 456688 h 456688"/>
              <a:gd name="connsiteX1" fmla="*/ 381000 w 486833"/>
              <a:gd name="connsiteY1" fmla="*/ 3722 h 456688"/>
              <a:gd name="connsiteX2" fmla="*/ 0 w 486833"/>
              <a:gd name="connsiteY2" fmla="*/ 278888 h 456688"/>
              <a:gd name="connsiteX0" fmla="*/ 1037166 w 1044879"/>
              <a:gd name="connsiteY0" fmla="*/ 543582 h 543582"/>
              <a:gd name="connsiteX1" fmla="*/ 931333 w 1044879"/>
              <a:gd name="connsiteY1" fmla="*/ 90616 h 543582"/>
              <a:gd name="connsiteX2" fmla="*/ 0 w 1044879"/>
              <a:gd name="connsiteY2" fmla="*/ 86382 h 543582"/>
              <a:gd name="connsiteX0" fmla="*/ 1037166 w 1037166"/>
              <a:gd name="connsiteY0" fmla="*/ 928503 h 928503"/>
              <a:gd name="connsiteX1" fmla="*/ 690033 w 1037166"/>
              <a:gd name="connsiteY1" fmla="*/ 9870 h 928503"/>
              <a:gd name="connsiteX2" fmla="*/ 0 w 1037166"/>
              <a:gd name="connsiteY2" fmla="*/ 471303 h 928503"/>
              <a:gd name="connsiteX0" fmla="*/ 1037166 w 1037166"/>
              <a:gd name="connsiteY0" fmla="*/ 834604 h 834604"/>
              <a:gd name="connsiteX1" fmla="*/ 427566 w 1037166"/>
              <a:gd name="connsiteY1" fmla="*/ 12580 h 834604"/>
              <a:gd name="connsiteX2" fmla="*/ 0 w 1037166"/>
              <a:gd name="connsiteY2" fmla="*/ 377404 h 834604"/>
              <a:gd name="connsiteX0" fmla="*/ 1037166 w 1037166"/>
              <a:gd name="connsiteY0" fmla="*/ 834604 h 834604"/>
              <a:gd name="connsiteX1" fmla="*/ 647699 w 1037166"/>
              <a:gd name="connsiteY1" fmla="*/ 12580 h 834604"/>
              <a:gd name="connsiteX2" fmla="*/ 0 w 1037166"/>
              <a:gd name="connsiteY2" fmla="*/ 377404 h 834604"/>
              <a:gd name="connsiteX0" fmla="*/ 1037166 w 1037166"/>
              <a:gd name="connsiteY0" fmla="*/ 825238 h 825238"/>
              <a:gd name="connsiteX1" fmla="*/ 647699 w 1037166"/>
              <a:gd name="connsiteY1" fmla="*/ 3214 h 825238"/>
              <a:gd name="connsiteX2" fmla="*/ 0 w 1037166"/>
              <a:gd name="connsiteY2" fmla="*/ 368038 h 825238"/>
              <a:gd name="connsiteX0" fmla="*/ 2760133 w 2760133"/>
              <a:gd name="connsiteY0" fmla="*/ 1475264 h 1475264"/>
              <a:gd name="connsiteX1" fmla="*/ 2370666 w 2760133"/>
              <a:gd name="connsiteY1" fmla="*/ 653240 h 1475264"/>
              <a:gd name="connsiteX2" fmla="*/ 0 w 2760133"/>
              <a:gd name="connsiteY2" fmla="*/ 26767 h 1475264"/>
              <a:gd name="connsiteX0" fmla="*/ 2760133 w 2760133"/>
              <a:gd name="connsiteY0" fmla="*/ 1448497 h 1448497"/>
              <a:gd name="connsiteX1" fmla="*/ 2370666 w 2760133"/>
              <a:gd name="connsiteY1" fmla="*/ 626473 h 1448497"/>
              <a:gd name="connsiteX2" fmla="*/ 0 w 2760133"/>
              <a:gd name="connsiteY2" fmla="*/ 0 h 1448497"/>
              <a:gd name="connsiteX0" fmla="*/ 2760133 w 4172757"/>
              <a:gd name="connsiteY0" fmla="*/ 1448497 h 1448497"/>
              <a:gd name="connsiteX1" fmla="*/ 4097866 w 4172757"/>
              <a:gd name="connsiteY1" fmla="*/ 471058 h 1448497"/>
              <a:gd name="connsiteX2" fmla="*/ 0 w 4172757"/>
              <a:gd name="connsiteY2" fmla="*/ 0 h 1448497"/>
              <a:gd name="connsiteX0" fmla="*/ 2760133 w 4261834"/>
              <a:gd name="connsiteY0" fmla="*/ 1448497 h 1448503"/>
              <a:gd name="connsiteX1" fmla="*/ 4097866 w 4261834"/>
              <a:gd name="connsiteY1" fmla="*/ 471058 h 1448503"/>
              <a:gd name="connsiteX2" fmla="*/ 0 w 4261834"/>
              <a:gd name="connsiteY2" fmla="*/ 0 h 1448503"/>
              <a:gd name="connsiteX0" fmla="*/ 2760133 w 4086355"/>
              <a:gd name="connsiteY0" fmla="*/ 1448497 h 1448503"/>
              <a:gd name="connsiteX1" fmla="*/ 3886200 w 4086355"/>
              <a:gd name="connsiteY1" fmla="*/ 408052 h 1448503"/>
              <a:gd name="connsiteX2" fmla="*/ 0 w 4086355"/>
              <a:gd name="connsiteY2" fmla="*/ 0 h 1448503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1689100 w 3947355"/>
              <a:gd name="connsiteY0" fmla="*/ 1755127 h 1762647"/>
              <a:gd name="connsiteX1" fmla="*/ 3886200 w 3947355"/>
              <a:gd name="connsiteY1" fmla="*/ 408052 h 1762647"/>
              <a:gd name="connsiteX2" fmla="*/ 0 w 3947355"/>
              <a:gd name="connsiteY2" fmla="*/ 0 h 1762647"/>
              <a:gd name="connsiteX0" fmla="*/ 1689100 w 3317651"/>
              <a:gd name="connsiteY0" fmla="*/ 1755127 h 1762548"/>
              <a:gd name="connsiteX1" fmla="*/ 3175000 w 3317651"/>
              <a:gd name="connsiteY1" fmla="*/ 391251 h 1762548"/>
              <a:gd name="connsiteX2" fmla="*/ 0 w 3317651"/>
              <a:gd name="connsiteY2" fmla="*/ 0 h 1762548"/>
              <a:gd name="connsiteX0" fmla="*/ 1689100 w 3483794"/>
              <a:gd name="connsiteY0" fmla="*/ 1755127 h 1763787"/>
              <a:gd name="connsiteX1" fmla="*/ 3175000 w 3483794"/>
              <a:gd name="connsiteY1" fmla="*/ 391251 h 1763787"/>
              <a:gd name="connsiteX2" fmla="*/ 0 w 3483794"/>
              <a:gd name="connsiteY2" fmla="*/ 0 h 1763787"/>
              <a:gd name="connsiteX0" fmla="*/ 1689100 w 3365304"/>
              <a:gd name="connsiteY0" fmla="*/ 1755127 h 1763466"/>
              <a:gd name="connsiteX1" fmla="*/ 3018367 w 3365304"/>
              <a:gd name="connsiteY1" fmla="*/ 349248 h 1763466"/>
              <a:gd name="connsiteX2" fmla="*/ 0 w 3365304"/>
              <a:gd name="connsiteY2" fmla="*/ 0 h 1763466"/>
              <a:gd name="connsiteX0" fmla="*/ 1689100 w 3395406"/>
              <a:gd name="connsiteY0" fmla="*/ 1755127 h 1763088"/>
              <a:gd name="connsiteX1" fmla="*/ 3018367 w 3395406"/>
              <a:gd name="connsiteY1" fmla="*/ 349248 h 1763088"/>
              <a:gd name="connsiteX2" fmla="*/ 0 w 3395406"/>
              <a:gd name="connsiteY2" fmla="*/ 0 h 1763088"/>
              <a:gd name="connsiteX0" fmla="*/ 1689100 w 3388786"/>
              <a:gd name="connsiteY0" fmla="*/ 1755127 h 1755127"/>
              <a:gd name="connsiteX1" fmla="*/ 3018367 w 3388786"/>
              <a:gd name="connsiteY1" fmla="*/ 349248 h 1755127"/>
              <a:gd name="connsiteX2" fmla="*/ 0 w 3388786"/>
              <a:gd name="connsiteY2" fmla="*/ 0 h 1755127"/>
              <a:gd name="connsiteX0" fmla="*/ 1710267 w 3198337"/>
              <a:gd name="connsiteY0" fmla="*/ 1746726 h 1746726"/>
              <a:gd name="connsiteX1" fmla="*/ 3018367 w 3198337"/>
              <a:gd name="connsiteY1" fmla="*/ 349248 h 1746726"/>
              <a:gd name="connsiteX2" fmla="*/ 0 w 3198337"/>
              <a:gd name="connsiteY2" fmla="*/ 0 h 1746726"/>
              <a:gd name="connsiteX0" fmla="*/ 1710267 w 3217333"/>
              <a:gd name="connsiteY0" fmla="*/ 1746726 h 1751206"/>
              <a:gd name="connsiteX1" fmla="*/ 3018367 w 3217333"/>
              <a:gd name="connsiteY1" fmla="*/ 349248 h 1751206"/>
              <a:gd name="connsiteX2" fmla="*/ 0 w 3217333"/>
              <a:gd name="connsiteY2" fmla="*/ 0 h 1751206"/>
              <a:gd name="connsiteX0" fmla="*/ 1710267 w 3363732"/>
              <a:gd name="connsiteY0" fmla="*/ 1746726 h 1751105"/>
              <a:gd name="connsiteX1" fmla="*/ 3018367 w 3363732"/>
              <a:gd name="connsiteY1" fmla="*/ 349248 h 1751105"/>
              <a:gd name="connsiteX2" fmla="*/ 0 w 3363732"/>
              <a:gd name="connsiteY2" fmla="*/ 0 h 1751105"/>
              <a:gd name="connsiteX0" fmla="*/ 1710267 w 3257608"/>
              <a:gd name="connsiteY0" fmla="*/ 1746726 h 1750900"/>
              <a:gd name="connsiteX1" fmla="*/ 2865967 w 3257608"/>
              <a:gd name="connsiteY1" fmla="*/ 286242 h 1750900"/>
              <a:gd name="connsiteX2" fmla="*/ 0 w 3257608"/>
              <a:gd name="connsiteY2" fmla="*/ 0 h 175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7608" h="1750900">
                <a:moveTo>
                  <a:pt x="1710267" y="1746726"/>
                </a:moveTo>
                <a:cubicBezTo>
                  <a:pt x="3556354" y="1833289"/>
                  <a:pt x="3481211" y="547960"/>
                  <a:pt x="2865967" y="286242"/>
                </a:cubicBezTo>
                <a:cubicBezTo>
                  <a:pt x="2250723" y="24524"/>
                  <a:pt x="315030" y="402054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Freeform 63"/>
          <p:cNvSpPr/>
          <p:nvPr/>
        </p:nvSpPr>
        <p:spPr>
          <a:xfrm>
            <a:off x="4683150" y="4202726"/>
            <a:ext cx="1888166" cy="2022882"/>
          </a:xfrm>
          <a:custGeom>
            <a:avLst/>
            <a:gdLst>
              <a:gd name="connsiteX0" fmla="*/ 486833 w 486833"/>
              <a:gd name="connsiteY0" fmla="*/ 456688 h 456688"/>
              <a:gd name="connsiteX1" fmla="*/ 381000 w 486833"/>
              <a:gd name="connsiteY1" fmla="*/ 3722 h 456688"/>
              <a:gd name="connsiteX2" fmla="*/ 0 w 486833"/>
              <a:gd name="connsiteY2" fmla="*/ 278888 h 456688"/>
              <a:gd name="connsiteX0" fmla="*/ 1037166 w 1044879"/>
              <a:gd name="connsiteY0" fmla="*/ 543582 h 543582"/>
              <a:gd name="connsiteX1" fmla="*/ 931333 w 1044879"/>
              <a:gd name="connsiteY1" fmla="*/ 90616 h 543582"/>
              <a:gd name="connsiteX2" fmla="*/ 0 w 1044879"/>
              <a:gd name="connsiteY2" fmla="*/ 86382 h 543582"/>
              <a:gd name="connsiteX0" fmla="*/ 1037166 w 1037166"/>
              <a:gd name="connsiteY0" fmla="*/ 928503 h 928503"/>
              <a:gd name="connsiteX1" fmla="*/ 690033 w 1037166"/>
              <a:gd name="connsiteY1" fmla="*/ 9870 h 928503"/>
              <a:gd name="connsiteX2" fmla="*/ 0 w 1037166"/>
              <a:gd name="connsiteY2" fmla="*/ 471303 h 928503"/>
              <a:gd name="connsiteX0" fmla="*/ 1037166 w 1037166"/>
              <a:gd name="connsiteY0" fmla="*/ 834604 h 834604"/>
              <a:gd name="connsiteX1" fmla="*/ 427566 w 1037166"/>
              <a:gd name="connsiteY1" fmla="*/ 12580 h 834604"/>
              <a:gd name="connsiteX2" fmla="*/ 0 w 1037166"/>
              <a:gd name="connsiteY2" fmla="*/ 377404 h 834604"/>
              <a:gd name="connsiteX0" fmla="*/ 1037166 w 1037166"/>
              <a:gd name="connsiteY0" fmla="*/ 834604 h 834604"/>
              <a:gd name="connsiteX1" fmla="*/ 647699 w 1037166"/>
              <a:gd name="connsiteY1" fmla="*/ 12580 h 834604"/>
              <a:gd name="connsiteX2" fmla="*/ 0 w 1037166"/>
              <a:gd name="connsiteY2" fmla="*/ 377404 h 834604"/>
              <a:gd name="connsiteX0" fmla="*/ 1037166 w 1037166"/>
              <a:gd name="connsiteY0" fmla="*/ 825238 h 825238"/>
              <a:gd name="connsiteX1" fmla="*/ 647699 w 1037166"/>
              <a:gd name="connsiteY1" fmla="*/ 3214 h 825238"/>
              <a:gd name="connsiteX2" fmla="*/ 0 w 1037166"/>
              <a:gd name="connsiteY2" fmla="*/ 368038 h 825238"/>
              <a:gd name="connsiteX0" fmla="*/ 2760133 w 2760133"/>
              <a:gd name="connsiteY0" fmla="*/ 1475264 h 1475264"/>
              <a:gd name="connsiteX1" fmla="*/ 2370666 w 2760133"/>
              <a:gd name="connsiteY1" fmla="*/ 653240 h 1475264"/>
              <a:gd name="connsiteX2" fmla="*/ 0 w 2760133"/>
              <a:gd name="connsiteY2" fmla="*/ 26767 h 1475264"/>
              <a:gd name="connsiteX0" fmla="*/ 2760133 w 2760133"/>
              <a:gd name="connsiteY0" fmla="*/ 1448497 h 1448497"/>
              <a:gd name="connsiteX1" fmla="*/ 2370666 w 2760133"/>
              <a:gd name="connsiteY1" fmla="*/ 626473 h 1448497"/>
              <a:gd name="connsiteX2" fmla="*/ 0 w 2760133"/>
              <a:gd name="connsiteY2" fmla="*/ 0 h 1448497"/>
              <a:gd name="connsiteX0" fmla="*/ 2760133 w 4172757"/>
              <a:gd name="connsiteY0" fmla="*/ 1448497 h 1448497"/>
              <a:gd name="connsiteX1" fmla="*/ 4097866 w 4172757"/>
              <a:gd name="connsiteY1" fmla="*/ 471058 h 1448497"/>
              <a:gd name="connsiteX2" fmla="*/ 0 w 4172757"/>
              <a:gd name="connsiteY2" fmla="*/ 0 h 1448497"/>
              <a:gd name="connsiteX0" fmla="*/ 2760133 w 4261834"/>
              <a:gd name="connsiteY0" fmla="*/ 1448497 h 1448503"/>
              <a:gd name="connsiteX1" fmla="*/ 4097866 w 4261834"/>
              <a:gd name="connsiteY1" fmla="*/ 471058 h 1448503"/>
              <a:gd name="connsiteX2" fmla="*/ 0 w 4261834"/>
              <a:gd name="connsiteY2" fmla="*/ 0 h 1448503"/>
              <a:gd name="connsiteX0" fmla="*/ 2760133 w 4086355"/>
              <a:gd name="connsiteY0" fmla="*/ 1448497 h 1448503"/>
              <a:gd name="connsiteX1" fmla="*/ 3886200 w 4086355"/>
              <a:gd name="connsiteY1" fmla="*/ 408052 h 1448503"/>
              <a:gd name="connsiteX2" fmla="*/ 0 w 4086355"/>
              <a:gd name="connsiteY2" fmla="*/ 0 h 1448503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2760133 w 4205953"/>
              <a:gd name="connsiteY0" fmla="*/ 1448497 h 1457955"/>
              <a:gd name="connsiteX1" fmla="*/ 3886200 w 4205953"/>
              <a:gd name="connsiteY1" fmla="*/ 408052 h 1457955"/>
              <a:gd name="connsiteX2" fmla="*/ 0 w 4205953"/>
              <a:gd name="connsiteY2" fmla="*/ 0 h 1457955"/>
              <a:gd name="connsiteX0" fmla="*/ 2760133 w 4287366"/>
              <a:gd name="connsiteY0" fmla="*/ 1448497 h 1458624"/>
              <a:gd name="connsiteX1" fmla="*/ 3886200 w 4287366"/>
              <a:gd name="connsiteY1" fmla="*/ 408052 h 1458624"/>
              <a:gd name="connsiteX2" fmla="*/ 0 w 4287366"/>
              <a:gd name="connsiteY2" fmla="*/ 0 h 1458624"/>
              <a:gd name="connsiteX0" fmla="*/ 2760133 w 4156423"/>
              <a:gd name="connsiteY0" fmla="*/ 1448497 h 1458314"/>
              <a:gd name="connsiteX1" fmla="*/ 3683000 w 4156423"/>
              <a:gd name="connsiteY1" fmla="*/ 378649 h 1458314"/>
              <a:gd name="connsiteX2" fmla="*/ 0 w 4156423"/>
              <a:gd name="connsiteY2" fmla="*/ 0 h 1458314"/>
              <a:gd name="connsiteX0" fmla="*/ 2760133 w 4194027"/>
              <a:gd name="connsiteY0" fmla="*/ 1448497 h 1457467"/>
              <a:gd name="connsiteX1" fmla="*/ 3683000 w 4194027"/>
              <a:gd name="connsiteY1" fmla="*/ 378649 h 1457467"/>
              <a:gd name="connsiteX2" fmla="*/ 0 w 4194027"/>
              <a:gd name="connsiteY2" fmla="*/ 0 h 1457467"/>
              <a:gd name="connsiteX0" fmla="*/ 2760133 w 4095788"/>
              <a:gd name="connsiteY0" fmla="*/ 1448497 h 1457056"/>
              <a:gd name="connsiteX1" fmla="*/ 3517900 w 4095788"/>
              <a:gd name="connsiteY1" fmla="*/ 328244 h 1457056"/>
              <a:gd name="connsiteX2" fmla="*/ 0 w 4095788"/>
              <a:gd name="connsiteY2" fmla="*/ 0 h 1457056"/>
              <a:gd name="connsiteX0" fmla="*/ 2760133 w 4122641"/>
              <a:gd name="connsiteY0" fmla="*/ 1448497 h 1457326"/>
              <a:gd name="connsiteX1" fmla="*/ 3564467 w 4122641"/>
              <a:gd name="connsiteY1" fmla="*/ 361848 h 1457326"/>
              <a:gd name="connsiteX2" fmla="*/ 0 w 4122641"/>
              <a:gd name="connsiteY2" fmla="*/ 0 h 1457326"/>
              <a:gd name="connsiteX0" fmla="*/ 2760133 w 4133116"/>
              <a:gd name="connsiteY0" fmla="*/ 1448497 h 1456934"/>
              <a:gd name="connsiteX1" fmla="*/ 3564467 w 4133116"/>
              <a:gd name="connsiteY1" fmla="*/ 361848 h 1456934"/>
              <a:gd name="connsiteX2" fmla="*/ 0 w 4133116"/>
              <a:gd name="connsiteY2" fmla="*/ 0 h 1456934"/>
              <a:gd name="connsiteX0" fmla="*/ 2760133 w 4082161"/>
              <a:gd name="connsiteY0" fmla="*/ 1448497 h 1456568"/>
              <a:gd name="connsiteX1" fmla="*/ 3475567 w 4082161"/>
              <a:gd name="connsiteY1" fmla="*/ 311443 h 1456568"/>
              <a:gd name="connsiteX2" fmla="*/ 0 w 4082161"/>
              <a:gd name="connsiteY2" fmla="*/ 0 h 1456568"/>
              <a:gd name="connsiteX0" fmla="*/ 0 w 1845522"/>
              <a:gd name="connsiteY0" fmla="*/ 2007151 h 2016559"/>
              <a:gd name="connsiteX1" fmla="*/ 715434 w 1845522"/>
              <a:gd name="connsiteY1" fmla="*/ 870097 h 2016559"/>
              <a:gd name="connsiteX2" fmla="*/ 1735667 w 1845522"/>
              <a:gd name="connsiteY2" fmla="*/ 0 h 2016559"/>
              <a:gd name="connsiteX0" fmla="*/ 0 w 2019892"/>
              <a:gd name="connsiteY0" fmla="*/ 2007151 h 2020520"/>
              <a:gd name="connsiteX1" fmla="*/ 1718734 w 2019892"/>
              <a:gd name="connsiteY1" fmla="*/ 1168327 h 2020520"/>
              <a:gd name="connsiteX2" fmla="*/ 1735667 w 2019892"/>
              <a:gd name="connsiteY2" fmla="*/ 0 h 2020520"/>
              <a:gd name="connsiteX0" fmla="*/ 0 w 2025317"/>
              <a:gd name="connsiteY0" fmla="*/ 2007151 h 2026038"/>
              <a:gd name="connsiteX1" fmla="*/ 1718734 w 2025317"/>
              <a:gd name="connsiteY1" fmla="*/ 1168327 h 2026038"/>
              <a:gd name="connsiteX2" fmla="*/ 1735667 w 2025317"/>
              <a:gd name="connsiteY2" fmla="*/ 0 h 2026038"/>
              <a:gd name="connsiteX0" fmla="*/ 0 w 1735667"/>
              <a:gd name="connsiteY0" fmla="*/ 2007151 h 2007151"/>
              <a:gd name="connsiteX1" fmla="*/ 1735667 w 1735667"/>
              <a:gd name="connsiteY1" fmla="*/ 0 h 2007151"/>
              <a:gd name="connsiteX0" fmla="*/ 0 w 1735667"/>
              <a:gd name="connsiteY0" fmla="*/ 2007151 h 2007151"/>
              <a:gd name="connsiteX1" fmla="*/ 1735667 w 1735667"/>
              <a:gd name="connsiteY1" fmla="*/ 0 h 2007151"/>
              <a:gd name="connsiteX0" fmla="*/ 0 w 1899392"/>
              <a:gd name="connsiteY0" fmla="*/ 2007151 h 2007151"/>
              <a:gd name="connsiteX1" fmla="*/ 1735667 w 1899392"/>
              <a:gd name="connsiteY1" fmla="*/ 0 h 2007151"/>
              <a:gd name="connsiteX0" fmla="*/ 0 w 1888166"/>
              <a:gd name="connsiteY0" fmla="*/ 2007151 h 2007151"/>
              <a:gd name="connsiteX1" fmla="*/ 1735667 w 1888166"/>
              <a:gd name="connsiteY1" fmla="*/ 0 h 2007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88166" h="2007151">
                <a:moveTo>
                  <a:pt x="0" y="2007151"/>
                </a:moveTo>
                <a:cubicBezTo>
                  <a:pt x="2174523" y="1984964"/>
                  <a:pt x="1999544" y="291013"/>
                  <a:pt x="1735667" y="0"/>
                </a:cubicBezTo>
              </a:path>
            </a:pathLst>
          </a:custGeom>
          <a:noFill/>
          <a:ln>
            <a:solidFill>
              <a:schemeClr val="tx1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1807505" y="2865537"/>
            <a:ext cx="5085744" cy="938353"/>
            <a:chOff x="1807505" y="2865537"/>
            <a:chExt cx="5085744" cy="938353"/>
          </a:xfrm>
        </p:grpSpPr>
        <p:sp>
          <p:nvSpPr>
            <p:cNvPr id="52" name="Oval 51"/>
            <p:cNvSpPr/>
            <p:nvPr/>
          </p:nvSpPr>
          <p:spPr>
            <a:xfrm>
              <a:off x="5949929" y="3452492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945691" y="373189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2852038" y="2994313"/>
              <a:ext cx="3736987" cy="559047"/>
            </a:xfrm>
            <a:custGeom>
              <a:avLst/>
              <a:gdLst>
                <a:gd name="connsiteX0" fmla="*/ 486833 w 486833"/>
                <a:gd name="connsiteY0" fmla="*/ 456688 h 456688"/>
                <a:gd name="connsiteX1" fmla="*/ 381000 w 486833"/>
                <a:gd name="connsiteY1" fmla="*/ 3722 h 456688"/>
                <a:gd name="connsiteX2" fmla="*/ 0 w 486833"/>
                <a:gd name="connsiteY2" fmla="*/ 278888 h 456688"/>
                <a:gd name="connsiteX0" fmla="*/ 1037166 w 1044879"/>
                <a:gd name="connsiteY0" fmla="*/ 543582 h 543582"/>
                <a:gd name="connsiteX1" fmla="*/ 931333 w 1044879"/>
                <a:gd name="connsiteY1" fmla="*/ 90616 h 543582"/>
                <a:gd name="connsiteX2" fmla="*/ 0 w 1044879"/>
                <a:gd name="connsiteY2" fmla="*/ 86382 h 543582"/>
                <a:gd name="connsiteX0" fmla="*/ 1037166 w 1037166"/>
                <a:gd name="connsiteY0" fmla="*/ 928503 h 928503"/>
                <a:gd name="connsiteX1" fmla="*/ 690033 w 1037166"/>
                <a:gd name="connsiteY1" fmla="*/ 9870 h 928503"/>
                <a:gd name="connsiteX2" fmla="*/ 0 w 1037166"/>
                <a:gd name="connsiteY2" fmla="*/ 471303 h 928503"/>
                <a:gd name="connsiteX0" fmla="*/ 1037166 w 1037166"/>
                <a:gd name="connsiteY0" fmla="*/ 834604 h 834604"/>
                <a:gd name="connsiteX1" fmla="*/ 427566 w 1037166"/>
                <a:gd name="connsiteY1" fmla="*/ 12580 h 834604"/>
                <a:gd name="connsiteX2" fmla="*/ 0 w 1037166"/>
                <a:gd name="connsiteY2" fmla="*/ 377404 h 834604"/>
                <a:gd name="connsiteX0" fmla="*/ 1037166 w 1037166"/>
                <a:gd name="connsiteY0" fmla="*/ 834604 h 834604"/>
                <a:gd name="connsiteX1" fmla="*/ 647699 w 1037166"/>
                <a:gd name="connsiteY1" fmla="*/ 12580 h 834604"/>
                <a:gd name="connsiteX2" fmla="*/ 0 w 1037166"/>
                <a:gd name="connsiteY2" fmla="*/ 377404 h 834604"/>
                <a:gd name="connsiteX0" fmla="*/ 1037166 w 1037166"/>
                <a:gd name="connsiteY0" fmla="*/ 825238 h 825238"/>
                <a:gd name="connsiteX1" fmla="*/ 647699 w 1037166"/>
                <a:gd name="connsiteY1" fmla="*/ 3214 h 825238"/>
                <a:gd name="connsiteX2" fmla="*/ 0 w 1037166"/>
                <a:gd name="connsiteY2" fmla="*/ 368038 h 825238"/>
                <a:gd name="connsiteX0" fmla="*/ 2760133 w 2760133"/>
                <a:gd name="connsiteY0" fmla="*/ 1475264 h 1475264"/>
                <a:gd name="connsiteX1" fmla="*/ 2370666 w 2760133"/>
                <a:gd name="connsiteY1" fmla="*/ 653240 h 1475264"/>
                <a:gd name="connsiteX2" fmla="*/ 0 w 2760133"/>
                <a:gd name="connsiteY2" fmla="*/ 26767 h 1475264"/>
                <a:gd name="connsiteX0" fmla="*/ 2760133 w 2760133"/>
                <a:gd name="connsiteY0" fmla="*/ 1448497 h 1448497"/>
                <a:gd name="connsiteX1" fmla="*/ 2370666 w 2760133"/>
                <a:gd name="connsiteY1" fmla="*/ 626473 h 1448497"/>
                <a:gd name="connsiteX2" fmla="*/ 0 w 2760133"/>
                <a:gd name="connsiteY2" fmla="*/ 0 h 1448497"/>
                <a:gd name="connsiteX0" fmla="*/ 2760133 w 4172757"/>
                <a:gd name="connsiteY0" fmla="*/ 1448497 h 1448497"/>
                <a:gd name="connsiteX1" fmla="*/ 4097866 w 4172757"/>
                <a:gd name="connsiteY1" fmla="*/ 471058 h 1448497"/>
                <a:gd name="connsiteX2" fmla="*/ 0 w 4172757"/>
                <a:gd name="connsiteY2" fmla="*/ 0 h 1448497"/>
                <a:gd name="connsiteX0" fmla="*/ 2760133 w 4261834"/>
                <a:gd name="connsiteY0" fmla="*/ 1448497 h 1448503"/>
                <a:gd name="connsiteX1" fmla="*/ 4097866 w 4261834"/>
                <a:gd name="connsiteY1" fmla="*/ 471058 h 1448503"/>
                <a:gd name="connsiteX2" fmla="*/ 0 w 4261834"/>
                <a:gd name="connsiteY2" fmla="*/ 0 h 1448503"/>
                <a:gd name="connsiteX0" fmla="*/ 2760133 w 4086355"/>
                <a:gd name="connsiteY0" fmla="*/ 1448497 h 1448503"/>
                <a:gd name="connsiteX1" fmla="*/ 3886200 w 4086355"/>
                <a:gd name="connsiteY1" fmla="*/ 408052 h 1448503"/>
                <a:gd name="connsiteX2" fmla="*/ 0 w 4086355"/>
                <a:gd name="connsiteY2" fmla="*/ 0 h 1448503"/>
                <a:gd name="connsiteX0" fmla="*/ 2760133 w 4205953"/>
                <a:gd name="connsiteY0" fmla="*/ 1448497 h 1457955"/>
                <a:gd name="connsiteX1" fmla="*/ 3886200 w 4205953"/>
                <a:gd name="connsiteY1" fmla="*/ 408052 h 1457955"/>
                <a:gd name="connsiteX2" fmla="*/ 0 w 4205953"/>
                <a:gd name="connsiteY2" fmla="*/ 0 h 1457955"/>
                <a:gd name="connsiteX0" fmla="*/ 2760133 w 4205953"/>
                <a:gd name="connsiteY0" fmla="*/ 1448497 h 1457955"/>
                <a:gd name="connsiteX1" fmla="*/ 3886200 w 4205953"/>
                <a:gd name="connsiteY1" fmla="*/ 408052 h 1457955"/>
                <a:gd name="connsiteX2" fmla="*/ 0 w 4205953"/>
                <a:gd name="connsiteY2" fmla="*/ 0 h 1457955"/>
                <a:gd name="connsiteX0" fmla="*/ 2760133 w 4205953"/>
                <a:gd name="connsiteY0" fmla="*/ 1448497 h 1457955"/>
                <a:gd name="connsiteX1" fmla="*/ 3886200 w 4205953"/>
                <a:gd name="connsiteY1" fmla="*/ 408052 h 1457955"/>
                <a:gd name="connsiteX2" fmla="*/ 0 w 4205953"/>
                <a:gd name="connsiteY2" fmla="*/ 0 h 1457955"/>
                <a:gd name="connsiteX0" fmla="*/ 2760133 w 4205953"/>
                <a:gd name="connsiteY0" fmla="*/ 1448497 h 1457955"/>
                <a:gd name="connsiteX1" fmla="*/ 3886200 w 4205953"/>
                <a:gd name="connsiteY1" fmla="*/ 408052 h 1457955"/>
                <a:gd name="connsiteX2" fmla="*/ 0 w 4205953"/>
                <a:gd name="connsiteY2" fmla="*/ 0 h 1457955"/>
                <a:gd name="connsiteX0" fmla="*/ 2760133 w 4205953"/>
                <a:gd name="connsiteY0" fmla="*/ 1448497 h 1457955"/>
                <a:gd name="connsiteX1" fmla="*/ 3886200 w 4205953"/>
                <a:gd name="connsiteY1" fmla="*/ 408052 h 1457955"/>
                <a:gd name="connsiteX2" fmla="*/ 0 w 4205953"/>
                <a:gd name="connsiteY2" fmla="*/ 0 h 1457955"/>
                <a:gd name="connsiteX0" fmla="*/ 2760133 w 4287366"/>
                <a:gd name="connsiteY0" fmla="*/ 1448497 h 1458624"/>
                <a:gd name="connsiteX1" fmla="*/ 3886200 w 4287366"/>
                <a:gd name="connsiteY1" fmla="*/ 408052 h 1458624"/>
                <a:gd name="connsiteX2" fmla="*/ 0 w 4287366"/>
                <a:gd name="connsiteY2" fmla="*/ 0 h 1458624"/>
                <a:gd name="connsiteX0" fmla="*/ 2760133 w 4156423"/>
                <a:gd name="connsiteY0" fmla="*/ 1448497 h 1458314"/>
                <a:gd name="connsiteX1" fmla="*/ 3683000 w 4156423"/>
                <a:gd name="connsiteY1" fmla="*/ 378649 h 1458314"/>
                <a:gd name="connsiteX2" fmla="*/ 0 w 4156423"/>
                <a:gd name="connsiteY2" fmla="*/ 0 h 1458314"/>
                <a:gd name="connsiteX0" fmla="*/ 2760133 w 4194027"/>
                <a:gd name="connsiteY0" fmla="*/ 1448497 h 1457467"/>
                <a:gd name="connsiteX1" fmla="*/ 3683000 w 4194027"/>
                <a:gd name="connsiteY1" fmla="*/ 378649 h 1457467"/>
                <a:gd name="connsiteX2" fmla="*/ 0 w 4194027"/>
                <a:gd name="connsiteY2" fmla="*/ 0 h 1457467"/>
                <a:gd name="connsiteX0" fmla="*/ 2760133 w 4095788"/>
                <a:gd name="connsiteY0" fmla="*/ 1448497 h 1457056"/>
                <a:gd name="connsiteX1" fmla="*/ 3517900 w 4095788"/>
                <a:gd name="connsiteY1" fmla="*/ 328244 h 1457056"/>
                <a:gd name="connsiteX2" fmla="*/ 0 w 4095788"/>
                <a:gd name="connsiteY2" fmla="*/ 0 h 1457056"/>
                <a:gd name="connsiteX0" fmla="*/ 2760133 w 4122641"/>
                <a:gd name="connsiteY0" fmla="*/ 1448497 h 1457326"/>
                <a:gd name="connsiteX1" fmla="*/ 3564467 w 4122641"/>
                <a:gd name="connsiteY1" fmla="*/ 361848 h 1457326"/>
                <a:gd name="connsiteX2" fmla="*/ 0 w 4122641"/>
                <a:gd name="connsiteY2" fmla="*/ 0 h 1457326"/>
                <a:gd name="connsiteX0" fmla="*/ 2760133 w 4133116"/>
                <a:gd name="connsiteY0" fmla="*/ 1448497 h 1456934"/>
                <a:gd name="connsiteX1" fmla="*/ 3564467 w 4133116"/>
                <a:gd name="connsiteY1" fmla="*/ 361848 h 1456934"/>
                <a:gd name="connsiteX2" fmla="*/ 0 w 4133116"/>
                <a:gd name="connsiteY2" fmla="*/ 0 h 1456934"/>
                <a:gd name="connsiteX0" fmla="*/ 2760133 w 4082161"/>
                <a:gd name="connsiteY0" fmla="*/ 1448497 h 1456568"/>
                <a:gd name="connsiteX1" fmla="*/ 3475567 w 4082161"/>
                <a:gd name="connsiteY1" fmla="*/ 311443 h 1456568"/>
                <a:gd name="connsiteX2" fmla="*/ 0 w 4082161"/>
                <a:gd name="connsiteY2" fmla="*/ 0 h 1456568"/>
                <a:gd name="connsiteX0" fmla="*/ 3115733 w 4342399"/>
                <a:gd name="connsiteY0" fmla="*/ 1137121 h 1274927"/>
                <a:gd name="connsiteX1" fmla="*/ 3831167 w 4342399"/>
                <a:gd name="connsiteY1" fmla="*/ 67 h 1274927"/>
                <a:gd name="connsiteX2" fmla="*/ 0 w 4342399"/>
                <a:gd name="connsiteY2" fmla="*/ 1200772 h 1274927"/>
                <a:gd name="connsiteX0" fmla="*/ 3115733 w 4342399"/>
                <a:gd name="connsiteY0" fmla="*/ 1137121 h 1200772"/>
                <a:gd name="connsiteX1" fmla="*/ 3831167 w 4342399"/>
                <a:gd name="connsiteY1" fmla="*/ 67 h 1200772"/>
                <a:gd name="connsiteX2" fmla="*/ 0 w 4342399"/>
                <a:gd name="connsiteY2" fmla="*/ 1200772 h 1200772"/>
                <a:gd name="connsiteX0" fmla="*/ 3115733 w 3801655"/>
                <a:gd name="connsiteY0" fmla="*/ 574319 h 637970"/>
                <a:gd name="connsiteX1" fmla="*/ 2154767 w 3801655"/>
                <a:gd name="connsiteY1" fmla="*/ 120 h 637970"/>
                <a:gd name="connsiteX2" fmla="*/ 0 w 3801655"/>
                <a:gd name="connsiteY2" fmla="*/ 637970 h 637970"/>
                <a:gd name="connsiteX0" fmla="*/ 3115733 w 4003123"/>
                <a:gd name="connsiteY0" fmla="*/ 577817 h 641468"/>
                <a:gd name="connsiteX1" fmla="*/ 2154767 w 4003123"/>
                <a:gd name="connsiteY1" fmla="*/ 3618 h 641468"/>
                <a:gd name="connsiteX2" fmla="*/ 0 w 4003123"/>
                <a:gd name="connsiteY2" fmla="*/ 641468 h 641468"/>
                <a:gd name="connsiteX0" fmla="*/ 3115733 w 3945111"/>
                <a:gd name="connsiteY0" fmla="*/ 573708 h 637359"/>
                <a:gd name="connsiteX1" fmla="*/ 1938867 w 3945111"/>
                <a:gd name="connsiteY1" fmla="*/ 3710 h 637359"/>
                <a:gd name="connsiteX2" fmla="*/ 0 w 3945111"/>
                <a:gd name="connsiteY2" fmla="*/ 637359 h 637359"/>
                <a:gd name="connsiteX0" fmla="*/ 3115733 w 3990004"/>
                <a:gd name="connsiteY0" fmla="*/ 570280 h 633931"/>
                <a:gd name="connsiteX1" fmla="*/ 1938867 w 3990004"/>
                <a:gd name="connsiteY1" fmla="*/ 282 h 633931"/>
                <a:gd name="connsiteX2" fmla="*/ 0 w 3990004"/>
                <a:gd name="connsiteY2" fmla="*/ 633931 h 633931"/>
                <a:gd name="connsiteX0" fmla="*/ 3115733 w 3938169"/>
                <a:gd name="connsiteY0" fmla="*/ 491049 h 554700"/>
                <a:gd name="connsiteX1" fmla="*/ 1739900 w 3938169"/>
                <a:gd name="connsiteY1" fmla="*/ 859 h 554700"/>
                <a:gd name="connsiteX2" fmla="*/ 0 w 3938169"/>
                <a:gd name="connsiteY2" fmla="*/ 554700 h 554700"/>
                <a:gd name="connsiteX0" fmla="*/ 3115733 w 3736987"/>
                <a:gd name="connsiteY0" fmla="*/ 491049 h 554700"/>
                <a:gd name="connsiteX1" fmla="*/ 1739900 w 3736987"/>
                <a:gd name="connsiteY1" fmla="*/ 859 h 554700"/>
                <a:gd name="connsiteX2" fmla="*/ 0 w 3736987"/>
                <a:gd name="connsiteY2" fmla="*/ 554700 h 554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6987" h="554700">
                  <a:moveTo>
                    <a:pt x="3115733" y="491049"/>
                  </a:moveTo>
                  <a:cubicBezTo>
                    <a:pt x="4458053" y="342388"/>
                    <a:pt x="3452989" y="7054"/>
                    <a:pt x="1739900" y="859"/>
                  </a:cubicBezTo>
                  <a:cubicBezTo>
                    <a:pt x="26811" y="-5336"/>
                    <a:pt x="56797" y="7460"/>
                    <a:pt x="0" y="554700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lg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1807505" y="2865537"/>
              <a:ext cx="5085744" cy="909077"/>
            </a:xfrm>
            <a:custGeom>
              <a:avLst/>
              <a:gdLst>
                <a:gd name="connsiteX0" fmla="*/ 486833 w 486833"/>
                <a:gd name="connsiteY0" fmla="*/ 456688 h 456688"/>
                <a:gd name="connsiteX1" fmla="*/ 381000 w 486833"/>
                <a:gd name="connsiteY1" fmla="*/ 3722 h 456688"/>
                <a:gd name="connsiteX2" fmla="*/ 0 w 486833"/>
                <a:gd name="connsiteY2" fmla="*/ 278888 h 456688"/>
                <a:gd name="connsiteX0" fmla="*/ 1037166 w 1044879"/>
                <a:gd name="connsiteY0" fmla="*/ 543582 h 543582"/>
                <a:gd name="connsiteX1" fmla="*/ 931333 w 1044879"/>
                <a:gd name="connsiteY1" fmla="*/ 90616 h 543582"/>
                <a:gd name="connsiteX2" fmla="*/ 0 w 1044879"/>
                <a:gd name="connsiteY2" fmla="*/ 86382 h 543582"/>
                <a:gd name="connsiteX0" fmla="*/ 1037166 w 1037166"/>
                <a:gd name="connsiteY0" fmla="*/ 928503 h 928503"/>
                <a:gd name="connsiteX1" fmla="*/ 690033 w 1037166"/>
                <a:gd name="connsiteY1" fmla="*/ 9870 h 928503"/>
                <a:gd name="connsiteX2" fmla="*/ 0 w 1037166"/>
                <a:gd name="connsiteY2" fmla="*/ 471303 h 928503"/>
                <a:gd name="connsiteX0" fmla="*/ 1037166 w 1037166"/>
                <a:gd name="connsiteY0" fmla="*/ 834604 h 834604"/>
                <a:gd name="connsiteX1" fmla="*/ 427566 w 1037166"/>
                <a:gd name="connsiteY1" fmla="*/ 12580 h 834604"/>
                <a:gd name="connsiteX2" fmla="*/ 0 w 1037166"/>
                <a:gd name="connsiteY2" fmla="*/ 377404 h 834604"/>
                <a:gd name="connsiteX0" fmla="*/ 1037166 w 1037166"/>
                <a:gd name="connsiteY0" fmla="*/ 834604 h 834604"/>
                <a:gd name="connsiteX1" fmla="*/ 647699 w 1037166"/>
                <a:gd name="connsiteY1" fmla="*/ 12580 h 834604"/>
                <a:gd name="connsiteX2" fmla="*/ 0 w 1037166"/>
                <a:gd name="connsiteY2" fmla="*/ 377404 h 834604"/>
                <a:gd name="connsiteX0" fmla="*/ 1037166 w 1037166"/>
                <a:gd name="connsiteY0" fmla="*/ 825238 h 825238"/>
                <a:gd name="connsiteX1" fmla="*/ 647699 w 1037166"/>
                <a:gd name="connsiteY1" fmla="*/ 3214 h 825238"/>
                <a:gd name="connsiteX2" fmla="*/ 0 w 1037166"/>
                <a:gd name="connsiteY2" fmla="*/ 368038 h 825238"/>
                <a:gd name="connsiteX0" fmla="*/ 2760133 w 2760133"/>
                <a:gd name="connsiteY0" fmla="*/ 1475264 h 1475264"/>
                <a:gd name="connsiteX1" fmla="*/ 2370666 w 2760133"/>
                <a:gd name="connsiteY1" fmla="*/ 653240 h 1475264"/>
                <a:gd name="connsiteX2" fmla="*/ 0 w 2760133"/>
                <a:gd name="connsiteY2" fmla="*/ 26767 h 1475264"/>
                <a:gd name="connsiteX0" fmla="*/ 2760133 w 2760133"/>
                <a:gd name="connsiteY0" fmla="*/ 1448497 h 1448497"/>
                <a:gd name="connsiteX1" fmla="*/ 2370666 w 2760133"/>
                <a:gd name="connsiteY1" fmla="*/ 626473 h 1448497"/>
                <a:gd name="connsiteX2" fmla="*/ 0 w 2760133"/>
                <a:gd name="connsiteY2" fmla="*/ 0 h 1448497"/>
                <a:gd name="connsiteX0" fmla="*/ 2760133 w 4172757"/>
                <a:gd name="connsiteY0" fmla="*/ 1448497 h 1448497"/>
                <a:gd name="connsiteX1" fmla="*/ 4097866 w 4172757"/>
                <a:gd name="connsiteY1" fmla="*/ 471058 h 1448497"/>
                <a:gd name="connsiteX2" fmla="*/ 0 w 4172757"/>
                <a:gd name="connsiteY2" fmla="*/ 0 h 1448497"/>
                <a:gd name="connsiteX0" fmla="*/ 2760133 w 4261834"/>
                <a:gd name="connsiteY0" fmla="*/ 1448497 h 1448503"/>
                <a:gd name="connsiteX1" fmla="*/ 4097866 w 4261834"/>
                <a:gd name="connsiteY1" fmla="*/ 471058 h 1448503"/>
                <a:gd name="connsiteX2" fmla="*/ 0 w 4261834"/>
                <a:gd name="connsiteY2" fmla="*/ 0 h 1448503"/>
                <a:gd name="connsiteX0" fmla="*/ 2760133 w 4086355"/>
                <a:gd name="connsiteY0" fmla="*/ 1448497 h 1448503"/>
                <a:gd name="connsiteX1" fmla="*/ 3886200 w 4086355"/>
                <a:gd name="connsiteY1" fmla="*/ 408052 h 1448503"/>
                <a:gd name="connsiteX2" fmla="*/ 0 w 4086355"/>
                <a:gd name="connsiteY2" fmla="*/ 0 h 1448503"/>
                <a:gd name="connsiteX0" fmla="*/ 2760133 w 4205953"/>
                <a:gd name="connsiteY0" fmla="*/ 1448497 h 1457955"/>
                <a:gd name="connsiteX1" fmla="*/ 3886200 w 4205953"/>
                <a:gd name="connsiteY1" fmla="*/ 408052 h 1457955"/>
                <a:gd name="connsiteX2" fmla="*/ 0 w 4205953"/>
                <a:gd name="connsiteY2" fmla="*/ 0 h 1457955"/>
                <a:gd name="connsiteX0" fmla="*/ 2760133 w 4205953"/>
                <a:gd name="connsiteY0" fmla="*/ 1448497 h 1457955"/>
                <a:gd name="connsiteX1" fmla="*/ 3886200 w 4205953"/>
                <a:gd name="connsiteY1" fmla="*/ 408052 h 1457955"/>
                <a:gd name="connsiteX2" fmla="*/ 0 w 4205953"/>
                <a:gd name="connsiteY2" fmla="*/ 0 h 1457955"/>
                <a:gd name="connsiteX0" fmla="*/ 1689100 w 3947355"/>
                <a:gd name="connsiteY0" fmla="*/ 1755127 h 1762647"/>
                <a:gd name="connsiteX1" fmla="*/ 3886200 w 3947355"/>
                <a:gd name="connsiteY1" fmla="*/ 408052 h 1762647"/>
                <a:gd name="connsiteX2" fmla="*/ 0 w 3947355"/>
                <a:gd name="connsiteY2" fmla="*/ 0 h 1762647"/>
                <a:gd name="connsiteX0" fmla="*/ 1689100 w 3317651"/>
                <a:gd name="connsiteY0" fmla="*/ 1755127 h 1762548"/>
                <a:gd name="connsiteX1" fmla="*/ 3175000 w 3317651"/>
                <a:gd name="connsiteY1" fmla="*/ 391251 h 1762548"/>
                <a:gd name="connsiteX2" fmla="*/ 0 w 3317651"/>
                <a:gd name="connsiteY2" fmla="*/ 0 h 1762548"/>
                <a:gd name="connsiteX0" fmla="*/ 1689100 w 3483794"/>
                <a:gd name="connsiteY0" fmla="*/ 1755127 h 1763787"/>
                <a:gd name="connsiteX1" fmla="*/ 3175000 w 3483794"/>
                <a:gd name="connsiteY1" fmla="*/ 391251 h 1763787"/>
                <a:gd name="connsiteX2" fmla="*/ 0 w 3483794"/>
                <a:gd name="connsiteY2" fmla="*/ 0 h 1763787"/>
                <a:gd name="connsiteX0" fmla="*/ 1689100 w 3365304"/>
                <a:gd name="connsiteY0" fmla="*/ 1755127 h 1763466"/>
                <a:gd name="connsiteX1" fmla="*/ 3018367 w 3365304"/>
                <a:gd name="connsiteY1" fmla="*/ 349248 h 1763466"/>
                <a:gd name="connsiteX2" fmla="*/ 0 w 3365304"/>
                <a:gd name="connsiteY2" fmla="*/ 0 h 1763466"/>
                <a:gd name="connsiteX0" fmla="*/ 1689100 w 3395406"/>
                <a:gd name="connsiteY0" fmla="*/ 1755127 h 1763088"/>
                <a:gd name="connsiteX1" fmla="*/ 3018367 w 3395406"/>
                <a:gd name="connsiteY1" fmla="*/ 349248 h 1763088"/>
                <a:gd name="connsiteX2" fmla="*/ 0 w 3395406"/>
                <a:gd name="connsiteY2" fmla="*/ 0 h 1763088"/>
                <a:gd name="connsiteX0" fmla="*/ 1689100 w 3388786"/>
                <a:gd name="connsiteY0" fmla="*/ 1755127 h 1755127"/>
                <a:gd name="connsiteX1" fmla="*/ 3018367 w 3388786"/>
                <a:gd name="connsiteY1" fmla="*/ 349248 h 1755127"/>
                <a:gd name="connsiteX2" fmla="*/ 0 w 3388786"/>
                <a:gd name="connsiteY2" fmla="*/ 0 h 1755127"/>
                <a:gd name="connsiteX0" fmla="*/ 1710267 w 3198337"/>
                <a:gd name="connsiteY0" fmla="*/ 1746726 h 1746726"/>
                <a:gd name="connsiteX1" fmla="*/ 3018367 w 3198337"/>
                <a:gd name="connsiteY1" fmla="*/ 349248 h 1746726"/>
                <a:gd name="connsiteX2" fmla="*/ 0 w 3198337"/>
                <a:gd name="connsiteY2" fmla="*/ 0 h 1746726"/>
                <a:gd name="connsiteX0" fmla="*/ 1710267 w 3217333"/>
                <a:gd name="connsiteY0" fmla="*/ 1746726 h 1751206"/>
                <a:gd name="connsiteX1" fmla="*/ 3018367 w 3217333"/>
                <a:gd name="connsiteY1" fmla="*/ 349248 h 1751206"/>
                <a:gd name="connsiteX2" fmla="*/ 0 w 3217333"/>
                <a:gd name="connsiteY2" fmla="*/ 0 h 1751206"/>
                <a:gd name="connsiteX0" fmla="*/ 1710267 w 3363732"/>
                <a:gd name="connsiteY0" fmla="*/ 1746726 h 1751105"/>
                <a:gd name="connsiteX1" fmla="*/ 3018367 w 3363732"/>
                <a:gd name="connsiteY1" fmla="*/ 349248 h 1751105"/>
                <a:gd name="connsiteX2" fmla="*/ 0 w 3363732"/>
                <a:gd name="connsiteY2" fmla="*/ 0 h 1751105"/>
                <a:gd name="connsiteX0" fmla="*/ 1710267 w 3257608"/>
                <a:gd name="connsiteY0" fmla="*/ 1746726 h 1750900"/>
                <a:gd name="connsiteX1" fmla="*/ 2865967 w 3257608"/>
                <a:gd name="connsiteY1" fmla="*/ 286242 h 1750900"/>
                <a:gd name="connsiteX2" fmla="*/ 0 w 3257608"/>
                <a:gd name="connsiteY2" fmla="*/ 0 h 1750900"/>
                <a:gd name="connsiteX0" fmla="*/ 4161367 w 5743009"/>
                <a:gd name="connsiteY0" fmla="*/ 1460954 h 1464527"/>
                <a:gd name="connsiteX1" fmla="*/ 5317067 w 5743009"/>
                <a:gd name="connsiteY1" fmla="*/ 470 h 1464527"/>
                <a:gd name="connsiteX2" fmla="*/ 0 w 5743009"/>
                <a:gd name="connsiteY2" fmla="*/ 1264181 h 1464527"/>
                <a:gd name="connsiteX0" fmla="*/ 4161367 w 5743009"/>
                <a:gd name="connsiteY0" fmla="*/ 1462451 h 1466025"/>
                <a:gd name="connsiteX1" fmla="*/ 5317067 w 5743009"/>
                <a:gd name="connsiteY1" fmla="*/ 1967 h 1466025"/>
                <a:gd name="connsiteX2" fmla="*/ 0 w 5743009"/>
                <a:gd name="connsiteY2" fmla="*/ 1265678 h 1466025"/>
                <a:gd name="connsiteX0" fmla="*/ 4161367 w 4873775"/>
                <a:gd name="connsiteY0" fmla="*/ 919695 h 925378"/>
                <a:gd name="connsiteX1" fmla="*/ 3069167 w 4873775"/>
                <a:gd name="connsiteY1" fmla="*/ 43069 h 925378"/>
                <a:gd name="connsiteX2" fmla="*/ 0 w 4873775"/>
                <a:gd name="connsiteY2" fmla="*/ 722922 h 925378"/>
                <a:gd name="connsiteX0" fmla="*/ 4161367 w 5125180"/>
                <a:gd name="connsiteY0" fmla="*/ 934621 h 940500"/>
                <a:gd name="connsiteX1" fmla="*/ 3069167 w 5125180"/>
                <a:gd name="connsiteY1" fmla="*/ 57995 h 940500"/>
                <a:gd name="connsiteX2" fmla="*/ 0 w 5125180"/>
                <a:gd name="connsiteY2" fmla="*/ 737848 h 940500"/>
                <a:gd name="connsiteX0" fmla="*/ 4161367 w 4979643"/>
                <a:gd name="connsiteY0" fmla="*/ 934621 h 934621"/>
                <a:gd name="connsiteX1" fmla="*/ 3069167 w 4979643"/>
                <a:gd name="connsiteY1" fmla="*/ 57995 h 934621"/>
                <a:gd name="connsiteX2" fmla="*/ 0 w 4979643"/>
                <a:gd name="connsiteY2" fmla="*/ 737848 h 934621"/>
                <a:gd name="connsiteX0" fmla="*/ 4161367 w 4753464"/>
                <a:gd name="connsiteY0" fmla="*/ 928527 h 928527"/>
                <a:gd name="connsiteX1" fmla="*/ 2133600 w 4753464"/>
                <a:gd name="connsiteY1" fmla="*/ 60302 h 928527"/>
                <a:gd name="connsiteX2" fmla="*/ 0 w 4753464"/>
                <a:gd name="connsiteY2" fmla="*/ 731754 h 928527"/>
                <a:gd name="connsiteX0" fmla="*/ 4161367 w 4719736"/>
                <a:gd name="connsiteY0" fmla="*/ 893121 h 893121"/>
                <a:gd name="connsiteX1" fmla="*/ 2133600 w 4719736"/>
                <a:gd name="connsiteY1" fmla="*/ 24896 h 893121"/>
                <a:gd name="connsiteX2" fmla="*/ 0 w 4719736"/>
                <a:gd name="connsiteY2" fmla="*/ 696348 h 893121"/>
                <a:gd name="connsiteX0" fmla="*/ 4161367 w 4862337"/>
                <a:gd name="connsiteY0" fmla="*/ 887163 h 887163"/>
                <a:gd name="connsiteX1" fmla="*/ 2832100 w 4862337"/>
                <a:gd name="connsiteY1" fmla="*/ 27338 h 887163"/>
                <a:gd name="connsiteX2" fmla="*/ 0 w 4862337"/>
                <a:gd name="connsiteY2" fmla="*/ 690390 h 887163"/>
                <a:gd name="connsiteX0" fmla="*/ 4161367 w 4862337"/>
                <a:gd name="connsiteY0" fmla="*/ 911335 h 911335"/>
                <a:gd name="connsiteX1" fmla="*/ 2832100 w 4862337"/>
                <a:gd name="connsiteY1" fmla="*/ 51510 h 911335"/>
                <a:gd name="connsiteX2" fmla="*/ 0 w 4862337"/>
                <a:gd name="connsiteY2" fmla="*/ 714562 h 911335"/>
                <a:gd name="connsiteX0" fmla="*/ 4161367 w 4877381"/>
                <a:gd name="connsiteY0" fmla="*/ 911335 h 911442"/>
                <a:gd name="connsiteX1" fmla="*/ 2832100 w 4877381"/>
                <a:gd name="connsiteY1" fmla="*/ 51510 h 911442"/>
                <a:gd name="connsiteX2" fmla="*/ 0 w 4877381"/>
                <a:gd name="connsiteY2" fmla="*/ 714562 h 911442"/>
                <a:gd name="connsiteX0" fmla="*/ 4161367 w 5077553"/>
                <a:gd name="connsiteY0" fmla="*/ 864894 h 864989"/>
                <a:gd name="connsiteX1" fmla="*/ 2832100 w 5077553"/>
                <a:gd name="connsiteY1" fmla="*/ 5069 h 864989"/>
                <a:gd name="connsiteX2" fmla="*/ 0 w 5077553"/>
                <a:gd name="connsiteY2" fmla="*/ 668121 h 864989"/>
                <a:gd name="connsiteX0" fmla="*/ 4161367 w 5183001"/>
                <a:gd name="connsiteY0" fmla="*/ 883885 h 883978"/>
                <a:gd name="connsiteX1" fmla="*/ 3119967 w 5183001"/>
                <a:gd name="connsiteY1" fmla="*/ 3059 h 883978"/>
                <a:gd name="connsiteX2" fmla="*/ 0 w 5183001"/>
                <a:gd name="connsiteY2" fmla="*/ 687112 h 883978"/>
                <a:gd name="connsiteX0" fmla="*/ 4161501 w 5183135"/>
                <a:gd name="connsiteY0" fmla="*/ 883885 h 883978"/>
                <a:gd name="connsiteX1" fmla="*/ 3120101 w 5183135"/>
                <a:gd name="connsiteY1" fmla="*/ 3059 h 883978"/>
                <a:gd name="connsiteX2" fmla="*/ 134 w 5183135"/>
                <a:gd name="connsiteY2" fmla="*/ 687112 h 883978"/>
                <a:gd name="connsiteX0" fmla="*/ 4161459 w 5088429"/>
                <a:gd name="connsiteY0" fmla="*/ 883277 h 883379"/>
                <a:gd name="connsiteX1" fmla="*/ 3120059 w 5088429"/>
                <a:gd name="connsiteY1" fmla="*/ 2451 h 883379"/>
                <a:gd name="connsiteX2" fmla="*/ 92 w 5088429"/>
                <a:gd name="connsiteY2" fmla="*/ 686504 h 883379"/>
                <a:gd name="connsiteX0" fmla="*/ 4161473 w 5128452"/>
                <a:gd name="connsiteY0" fmla="*/ 880930 h 881030"/>
                <a:gd name="connsiteX1" fmla="*/ 3120073 w 5128452"/>
                <a:gd name="connsiteY1" fmla="*/ 104 h 881030"/>
                <a:gd name="connsiteX2" fmla="*/ 106 w 5128452"/>
                <a:gd name="connsiteY2" fmla="*/ 684157 h 881030"/>
                <a:gd name="connsiteX0" fmla="*/ 4161491 w 5085744"/>
                <a:gd name="connsiteY0" fmla="*/ 901910 h 902008"/>
                <a:gd name="connsiteX1" fmla="*/ 3001558 w 5085744"/>
                <a:gd name="connsiteY1" fmla="*/ 83 h 902008"/>
                <a:gd name="connsiteX2" fmla="*/ 124 w 5085744"/>
                <a:gd name="connsiteY2" fmla="*/ 705137 h 902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5744" h="902008">
                  <a:moveTo>
                    <a:pt x="4161491" y="901910"/>
                  </a:moveTo>
                  <a:cubicBezTo>
                    <a:pt x="5711245" y="912866"/>
                    <a:pt x="5303786" y="3474"/>
                    <a:pt x="3001558" y="83"/>
                  </a:cubicBezTo>
                  <a:cubicBezTo>
                    <a:pt x="699330" y="-3308"/>
                    <a:pt x="-10813" y="94891"/>
                    <a:pt x="124" y="705137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lg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051519" y="3975111"/>
            <a:ext cx="598743" cy="211426"/>
            <a:chOff x="6051519" y="3975111"/>
            <a:chExt cx="598743" cy="211426"/>
          </a:xfrm>
        </p:grpSpPr>
        <p:sp>
          <p:nvSpPr>
            <p:cNvPr id="54" name="Oval 53"/>
            <p:cNvSpPr/>
            <p:nvPr/>
          </p:nvSpPr>
          <p:spPr>
            <a:xfrm>
              <a:off x="6051519" y="4002822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6087520" y="3975111"/>
              <a:ext cx="562742" cy="211426"/>
            </a:xfrm>
            <a:custGeom>
              <a:avLst/>
              <a:gdLst>
                <a:gd name="connsiteX0" fmla="*/ 486833 w 486833"/>
                <a:gd name="connsiteY0" fmla="*/ 456688 h 456688"/>
                <a:gd name="connsiteX1" fmla="*/ 381000 w 486833"/>
                <a:gd name="connsiteY1" fmla="*/ 3722 h 456688"/>
                <a:gd name="connsiteX2" fmla="*/ 0 w 486833"/>
                <a:gd name="connsiteY2" fmla="*/ 278888 h 456688"/>
                <a:gd name="connsiteX0" fmla="*/ 486833 w 491563"/>
                <a:gd name="connsiteY0" fmla="*/ 300459 h 300459"/>
                <a:gd name="connsiteX1" fmla="*/ 444500 w 491563"/>
                <a:gd name="connsiteY1" fmla="*/ 21060 h 300459"/>
                <a:gd name="connsiteX2" fmla="*/ 0 w 491563"/>
                <a:gd name="connsiteY2" fmla="*/ 122659 h 300459"/>
                <a:gd name="connsiteX0" fmla="*/ 486833 w 486833"/>
                <a:gd name="connsiteY0" fmla="*/ 344194 h 344194"/>
                <a:gd name="connsiteX1" fmla="*/ 368300 w 486833"/>
                <a:gd name="connsiteY1" fmla="*/ 9761 h 344194"/>
                <a:gd name="connsiteX2" fmla="*/ 0 w 486833"/>
                <a:gd name="connsiteY2" fmla="*/ 166394 h 344194"/>
                <a:gd name="connsiteX0" fmla="*/ 131081 w 507810"/>
                <a:gd name="connsiteY0" fmla="*/ 334883 h 389916"/>
                <a:gd name="connsiteX1" fmla="*/ 12548 w 507810"/>
                <a:gd name="connsiteY1" fmla="*/ 450 h 389916"/>
                <a:gd name="connsiteX2" fmla="*/ 482448 w 507810"/>
                <a:gd name="connsiteY2" fmla="*/ 389916 h 389916"/>
                <a:gd name="connsiteX0" fmla="*/ 213 w 590073"/>
                <a:gd name="connsiteY0" fmla="*/ 206034 h 261067"/>
                <a:gd name="connsiteX1" fmla="*/ 575947 w 590073"/>
                <a:gd name="connsiteY1" fmla="*/ 2834 h 261067"/>
                <a:gd name="connsiteX2" fmla="*/ 351580 w 590073"/>
                <a:gd name="connsiteY2" fmla="*/ 261067 h 261067"/>
                <a:gd name="connsiteX0" fmla="*/ 0 w 351367"/>
                <a:gd name="connsiteY0" fmla="*/ 0 h 55033"/>
                <a:gd name="connsiteX1" fmla="*/ 351367 w 351367"/>
                <a:gd name="connsiteY1" fmla="*/ 55033 h 55033"/>
                <a:gd name="connsiteX0" fmla="*/ 0 w 478395"/>
                <a:gd name="connsiteY0" fmla="*/ 11239 h 66272"/>
                <a:gd name="connsiteX1" fmla="*/ 351367 w 478395"/>
                <a:gd name="connsiteY1" fmla="*/ 66272 h 66272"/>
                <a:gd name="connsiteX0" fmla="*/ 0 w 559161"/>
                <a:gd name="connsiteY0" fmla="*/ 101042 h 156075"/>
                <a:gd name="connsiteX1" fmla="*/ 351367 w 559161"/>
                <a:gd name="connsiteY1" fmla="*/ 156075 h 156075"/>
                <a:gd name="connsiteX0" fmla="*/ 0 w 559161"/>
                <a:gd name="connsiteY0" fmla="*/ 97233 h 164966"/>
                <a:gd name="connsiteX1" fmla="*/ 351367 w 559161"/>
                <a:gd name="connsiteY1" fmla="*/ 164966 h 164966"/>
                <a:gd name="connsiteX0" fmla="*/ 0 w 556200"/>
                <a:gd name="connsiteY0" fmla="*/ 78006 h 226172"/>
                <a:gd name="connsiteX1" fmla="*/ 347134 w 556200"/>
                <a:gd name="connsiteY1" fmla="*/ 226172 h 226172"/>
                <a:gd name="connsiteX0" fmla="*/ 0 w 562742"/>
                <a:gd name="connsiteY0" fmla="*/ 63260 h 211426"/>
                <a:gd name="connsiteX1" fmla="*/ 347134 w 562742"/>
                <a:gd name="connsiteY1" fmla="*/ 211426 h 21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2742" h="211426">
                  <a:moveTo>
                    <a:pt x="0" y="63260"/>
                  </a:moveTo>
                  <a:cubicBezTo>
                    <a:pt x="582789" y="-100430"/>
                    <a:pt x="738012" y="91482"/>
                    <a:pt x="347134" y="211426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lg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326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5" grpId="0" animBg="1"/>
      <p:bldP spid="46" grpId="0" animBg="1"/>
      <p:bldP spid="47" grpId="0" animBg="1"/>
      <p:bldP spid="48" grpId="0" animBg="1"/>
      <p:bldP spid="49" grpId="0" animBg="1"/>
      <p:bldP spid="51" grpId="0" animBg="1"/>
      <p:bldP spid="55" grpId="0"/>
      <p:bldP spid="56" grpId="0"/>
      <p:bldP spid="57" grpId="0"/>
      <p:bldP spid="58" grpId="0"/>
      <p:bldP spid="59" grpId="0"/>
      <p:bldP spid="60" grpId="0"/>
      <p:bldP spid="61" grpId="0" animBg="1"/>
      <p:bldP spid="62" grpId="0" animBg="1"/>
      <p:bldP spid="63" grpId="0" animBg="1"/>
      <p:bldP spid="6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(trace of computation)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472226"/>
              </p:ext>
            </p:extLst>
          </p:nvPr>
        </p:nvGraphicFramePr>
        <p:xfrm>
          <a:off x="514826" y="1690688"/>
          <a:ext cx="1116234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371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4278630">
                  <a:extLst>
                    <a:ext uri="{9D8B030D-6E8A-4147-A177-3AD203B41FA5}">
                      <a16:colId xmlns:a16="http://schemas.microsoft.com/office/drawing/2014/main" val="1157914040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partial_trace.py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4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4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4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partial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new_f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(*a):</a:t>
                      </a:r>
                    </a:p>
                    <a:p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</a:t>
                      </a:r>
                      <a:r>
                        <a:rPr lang="en-US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f'new_f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={</a:t>
                      </a:r>
                      <a:r>
                        <a:rPr lang="en-US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.__name__}, </a:t>
                      </a:r>
                      <a:r>
                        <a:rPr lang="en-US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={</a:t>
                      </a:r>
                      <a:r>
                        <a:rPr lang="en-US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}, a={a})')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answer =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*a)</a:t>
                      </a:r>
                    </a:p>
                    <a:p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</a:t>
                      </a:r>
                      <a:r>
                        <a:rPr lang="en-US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f'answer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={answer}')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answer</a:t>
                      </a: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new_f</a:t>
                      </a:r>
                      <a:endParaRPr lang="en-US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f(x, y, z):</a:t>
                      </a:r>
                    </a:p>
                    <a:p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f'f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({x},{y},{z})')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x + 2 * y + 3 * z</a:t>
                      </a: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partial(f, 7)</a:t>
                      </a:r>
                    </a:p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partial(f, 2, 1)</a:t>
                      </a:r>
                    </a:p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partial(g, 1, 2)</a:t>
                      </a:r>
                    </a:p>
                    <a:p>
                      <a:endParaRPr lang="en-US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print(f'{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g(2, 1)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=}\n')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7 + 2 * 2 + 3 * 1 = 14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print(f'{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h(3)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=}\n')   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2 + 2 * 1 + 3 * 3 = 13</a:t>
                      </a:r>
                    </a:p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print(f'{</a:t>
                      </a: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k()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=}\n')      </a:t>
                      </a:r>
                      <a:r>
                        <a:rPr lang="en-US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7 + 2 * 1 + 3 * 2 = 15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new_f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=f,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=(7,), a=(2, 1))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f(7,2,1)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answer=14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g(2, 1)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new_f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=f,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=(2, 1), a=(3,))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f(2,1,3)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answer=13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h(3)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new_f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new_f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=(1, 2), a=())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new_f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=f, </a:t>
                      </a:r>
                      <a:r>
                        <a:rPr lang="en-US" sz="1400" b="1" baseline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=(7,), a=(1, 2))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f(7,1,2)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answer=15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answer=15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k()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78331"/>
              </p:ext>
            </p:extLst>
          </p:nvPr>
        </p:nvGraphicFramePr>
        <p:xfrm>
          <a:off x="9289630" y="4849583"/>
          <a:ext cx="2772093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0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2993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602419">
                <a:tc>
                  <a:txBody>
                    <a:bodyPr/>
                    <a:lstStyle/>
                    <a:p>
                      <a:pPr marL="266700" indent="-26670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f(x): return x</a:t>
                      </a:r>
                    </a:p>
                    <a:p>
                      <a:pPr marL="266700" indent="-26670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 = lambda x: x</a:t>
                      </a:r>
                    </a:p>
                    <a:p>
                      <a:pPr marL="266700" indent="-26670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f.</a:t>
                      </a:r>
                      <a:r>
                        <a:rPr lang="en-US" sz="16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__name</a:t>
                      </a: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endParaRPr lang="pt-BR" sz="1600" b="1" baseline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'f'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g.</a:t>
                      </a:r>
                      <a:r>
                        <a:rPr lang="en-US" sz="1600" b="1" baseline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__name</a:t>
                      </a:r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endParaRPr lang="pt-BR" sz="1600" b="1" baseline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'&lt;lambda&gt;'</a:t>
                      </a:r>
                      <a:endParaRPr lang="pt-BR" sz="16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992BE75F-A1CA-4720-829E-E6D5124EB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8569"/>
            <a:ext cx="33185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functools.partial</a:t>
            </a:r>
            <a:endParaRPr kumimoji="0" lang="da-DK" altLang="da-D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53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>
          <a:solidFill>
            <a:schemeClr val="tx1">
              <a:lumMod val="95000"/>
              <a:lumOff val="5000"/>
            </a:schemeClr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29435</TotalTime>
  <Words>3691</Words>
  <Application>Microsoft Office PowerPoint</Application>
  <PresentationFormat>Widescreen</PresentationFormat>
  <Paragraphs>454</Paragraphs>
  <Slides>21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Wingdings</vt:lpstr>
      <vt:lpstr>Office Theme</vt:lpstr>
      <vt:lpstr>Question – How difficult is the triplet project             on a scale 1 – 10 ?</vt:lpstr>
      <vt:lpstr>A compact triplet distance implementation</vt:lpstr>
      <vt:lpstr>Functions as objects</vt:lpstr>
      <vt:lpstr>Aliasing functions – both user defined and builtin</vt:lpstr>
      <vt:lpstr>Functions as values</vt:lpstr>
      <vt:lpstr>Functions as values and namespaces</vt:lpstr>
      <vt:lpstr>Question – What list is printed ?</vt:lpstr>
      <vt:lpstr>map</vt:lpstr>
      <vt:lpstr>sorted</vt:lpstr>
      <vt:lpstr>Question – What list does sorted produce ?</vt:lpstr>
      <vt:lpstr>filter</vt:lpstr>
      <vt:lpstr>reduce (in module functools)</vt:lpstr>
      <vt:lpstr>lambda (anonymous functions)</vt:lpstr>
      <vt:lpstr>History of lambda in programming languages</vt:lpstr>
      <vt:lpstr>Examples: sorted using lambda</vt:lpstr>
      <vt:lpstr>min and max</vt:lpstr>
      <vt:lpstr>defaultdict (from module collections)</vt:lpstr>
      <vt:lpstr>PowerPoint Presentation</vt:lpstr>
      <vt:lpstr>Question – What value is h(1) ?</vt:lpstr>
      <vt:lpstr>Namespace example</vt:lpstr>
      <vt:lpstr>partial (trace of computation)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1063</cp:revision>
  <dcterms:created xsi:type="dcterms:W3CDTF">2017-10-19T06:54:16Z</dcterms:created>
  <dcterms:modified xsi:type="dcterms:W3CDTF">2026-03-02T05:55:33Z</dcterms:modified>
</cp:coreProperties>
</file>